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3" r:id="rId5"/>
  </p:sldMasterIdLst>
  <p:notesMasterIdLst>
    <p:notesMasterId r:id="rId17"/>
  </p:notesMasterIdLst>
  <p:sldIdLst>
    <p:sldId id="308" r:id="rId6"/>
    <p:sldId id="371" r:id="rId7"/>
    <p:sldId id="370" r:id="rId8"/>
    <p:sldId id="372" r:id="rId9"/>
    <p:sldId id="373" r:id="rId10"/>
    <p:sldId id="379" r:id="rId11"/>
    <p:sldId id="376" r:id="rId12"/>
    <p:sldId id="380" r:id="rId13"/>
    <p:sldId id="381" r:id="rId14"/>
    <p:sldId id="374" r:id="rId15"/>
    <p:sldId id="32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EEF367-221A-3518-4B80-9AD4D3524B9C}" name="Botin, Pablo" initials="BP" userId="S::pbotin@nrel.gov::a2acb972-c43e-4529-90c2-b2f22dc3cbc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A8ED"/>
    <a:srgbClr val="B073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93"/>
    <p:restoredTop sz="84330"/>
  </p:normalViewPr>
  <p:slideViewPr>
    <p:cSldViewPr snapToGrid="0">
      <p:cViewPr varScale="1">
        <p:scale>
          <a:sx n="112" d="100"/>
          <a:sy n="112" d="100"/>
        </p:scale>
        <p:origin x="8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Renewables Capacity Mix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1045-EA4C-80DA-0A3C76E7514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1045-EA4C-80DA-0A3C76E7514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1045-EA4C-80DA-0A3C76E75148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Sheet1!$B$10:$B$12</c:f>
              <c:strCache>
                <c:ptCount val="3"/>
                <c:pt idx="0">
                  <c:v>Wind</c:v>
                </c:pt>
                <c:pt idx="1">
                  <c:v>Hydro</c:v>
                </c:pt>
                <c:pt idx="2">
                  <c:v>Solar</c:v>
                </c:pt>
              </c:strCache>
            </c:strRef>
          </c:cat>
          <c:val>
            <c:numRef>
              <c:f>Sheet1!$C$10:$C$12</c:f>
              <c:numCache>
                <c:formatCode>General</c:formatCode>
                <c:ptCount val="3"/>
                <c:pt idx="0">
                  <c:v>14755</c:v>
                </c:pt>
                <c:pt idx="1">
                  <c:v>1581</c:v>
                </c:pt>
                <c:pt idx="2">
                  <c:v>22567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045-EA4C-80DA-0A3C76E75148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2579341022007771"/>
          <c:y val="0.43935958005249343"/>
          <c:w val="0.13753233009882876"/>
          <c:h val="0.24369497056111231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Load vs Demand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Sheet1!$B$15:$B$16</c:f>
              <c:strCache>
                <c:ptCount val="2"/>
                <c:pt idx="0">
                  <c:v>Generation</c:v>
                </c:pt>
                <c:pt idx="1">
                  <c:v>Load</c:v>
                </c:pt>
              </c:strCache>
            </c:strRef>
          </c:cat>
          <c:val>
            <c:numRef>
              <c:f>Sheet1!$C$15:$C$16</c:f>
              <c:numCache>
                <c:formatCode>General</c:formatCode>
                <c:ptCount val="2"/>
                <c:pt idx="0">
                  <c:v>177250</c:v>
                </c:pt>
                <c:pt idx="1">
                  <c:v>782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85-0F4E-8258-839D570F84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32701583"/>
        <c:axId val="732703295"/>
      </c:barChart>
      <c:catAx>
        <c:axId val="732701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2703295"/>
        <c:crosses val="autoZero"/>
        <c:auto val="1"/>
        <c:lblAlgn val="ctr"/>
        <c:lblOffset val="100"/>
        <c:noMultiLvlLbl val="0"/>
      </c:catAx>
      <c:valAx>
        <c:axId val="7327032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27015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C0DBC-9482-8747-B06B-3B50945B7C3B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EDF49D-B56A-7344-B3E9-434B8DA5C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939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285793-58F2-5D45-93FF-B0076DA99F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168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88CCE-6603-BABD-7F2E-0A3DAFC5C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F70FAF-5296-3B26-AC5E-941950B6B8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36A7FD-1333-41BB-6020-01A370057A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an electric‑power system model of Texas built from the ACTIVSg2000 test case and extended with large-scale solar, wind and hydro insertions to study high‑renewable scenarios. It is implemented as a copperplate (infinite‑capacity) power model: the whole system is treated as a single node with no transmission constraints, so energy can flow freely between any resources and loads. The snapshot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base_sys.json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companion files) contains detailed static plant capacity, prime‑mover types (PV, WT, hydro, thermal), and time‑series availability for loads and renewables; thermal units have richer operational/economic parameters. Intended uses: system‑level capacity mix and adequacy studies, aggregate dispatch and reserve sizing, and sensitivity experiments on high solar penetration. Key assumptions &amp; limitations: ignores network congestion, AC power‑flow limits, and locational reliability differences; results are best interpreted at the system‑wide (not nodal) scale. Output artifacts: serialized JSON snapshots, HDF5 time series, and derived plots (capacity breakdowns, gen vs load comparisons).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8BC1D-AA8A-349A-4EEC-44C8F9993A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F49D-B56A-7344-B3E9-434B8DA5C00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541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39A33-52EE-6852-73C2-D8019E361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FCDC02-C5C8-2173-3219-4B3D2DF439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5CCB03-AC89-C53B-B9BB-C0DE89369B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an electric‑power system model of Texas built from the ACTIVSg2000 test case and extended with large-scale solar, wind and hydro insertions to study high‑renewable scenarios. It is implemented as a copperplate (infinite‑capacity) power model: the whole system is treated as a single node with no transmission constraints, so energy can flow freely between any resources and loads. The snapshot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base_sys.json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companion files) contains detailed static plant capacity, prime‑mover types (PV, WT, hydro, thermal), and time‑series availability for loads and renewables; thermal units have richer operational/economic parameters. Intended uses: system‑level capacity mix and adequacy studies, aggregate dispatch and reserve sizing, and sensitivity experiments on high solar penetration. Key assumptions &amp; limitations: ignores network congestion, AC power‑flow limits, and locational reliability differences; results are best interpreted at the system‑wide (not nodal) scale. Output artifacts: serialized JSON snapshots, HDF5 time series, and derived plots (capacity breakdowns, gen vs load comparisons).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45738-B57E-2276-721D-9D7B89B734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F49D-B56A-7344-B3E9-434B8DA5C00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836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EA9D5-B42C-2B22-A81E-CA29B9950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79741-0C62-A6A1-EB31-9424A31FB4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8E363B-87D1-AAE5-ECF3-0DF43EF4EF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125D2-8F65-7A7A-04D9-733A7F9D9C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F49D-B56A-7344-B3E9-434B8DA5C00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611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C578B-1519-AB2C-EB94-70C03F5C0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2976AD-C96E-81D9-E80B-A98AE6B91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930F7A-516B-8F4A-D7F4-704EE9450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3A318-AEFA-6FF3-7E84-2622DF8372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F49D-B56A-7344-B3E9-434B8DA5C00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666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CA124-50DA-6F94-52E1-14EEC7F71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C3B8C4-3B2F-4AEA-CE88-2B7AE3904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532482-2933-3BE4-7B5F-2DB91C7105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FCFCB-458A-FCE7-0371-B9F6C23D0C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F49D-B56A-7344-B3E9-434B8DA5C00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574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43D80-F227-E432-8A94-B53F00103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F09BDC-A224-011B-EBDB-5884428D8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B10580-5A76-D52C-FAB5-1D63A63687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BC7C1-B6EE-8496-5973-87F84824F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F49D-B56A-7344-B3E9-434B8DA5C00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082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5142E-5A3E-8C91-CD2A-D03A62EE0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F2D7EA-170C-A1EC-2CB0-DC331405BF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1D8571-D6B2-EA7F-A780-07345019E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0F8A1-83F4-207A-586C-F900DE45CD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F49D-B56A-7344-B3E9-434B8DA5C00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404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A7E33-0C9A-FE07-A0B0-6F5843A37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648F36-D94D-A7EC-81C3-CE3D6AA46C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BA25E9-C4E9-EE91-9489-600EE9499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07328-B618-9C43-1BD2-817839C27C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F49D-B56A-7344-B3E9-434B8DA5C00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7141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20332-8A7A-B4B4-4936-E5F795901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CC8739-99B9-FE5C-6608-6D58A95A5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E8E3CA-16A0-CF54-AFED-D1DCEDB04A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D5253-AC75-6F7B-D7BF-7C2BFDCF4A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F49D-B56A-7344-B3E9-434B8DA5C00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523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sv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78EAF-E4F7-2243-E05E-678BE9BF6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20-440C-016E-BF0C-D5B468E3B4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2D59D-E004-2E67-2708-FA4CB7470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E81D-AAFB-DD4A-AC65-5B314E064D42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1D17B-D539-DE77-665D-A7350D232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B2E06-2AD7-0683-5784-78EA14E62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B521-D9E4-A341-9D94-87EF6C198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303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249D0-FA47-5AD8-28C4-1468B5D3E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A9D18-0309-35BE-10D5-61FB2B9DA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1C5F6-EB42-4E42-48FA-EB98BA19F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E81D-AAFB-DD4A-AC65-5B314E064D42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3166B-A012-C08E-4B8F-52FDD10CA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EDC90-F8E7-CAC0-3D99-878C9A6A1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B521-D9E4-A341-9D94-87EF6C198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778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114B5-3B48-3971-070D-6F4DAAAF5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324B9-58C6-ECD7-5D2E-6AE541552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78910-675B-2191-EB2A-8D62C39B3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E81D-AAFB-DD4A-AC65-5B314E064D42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E2A5A-E4C8-F5BA-DA06-CA4560DCA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C73DD-36F0-9D61-2830-7D7B1E70A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B521-D9E4-A341-9D94-87EF6C198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424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BA9B1-84F2-849A-A648-1D21B80D3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5D5E6-5BE8-0387-A4CD-BBC5A0184E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55DB1-3C93-8601-A255-1280DC8047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1ABC2D-BDA3-1511-A2A7-0A5F40495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E81D-AAFB-DD4A-AC65-5B314E064D42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CB54E9-02E7-528E-9294-B3C1172F0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E0769A-3EF8-0214-F665-F20311949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B521-D9E4-A341-9D94-87EF6C198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803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9B6EA-D57F-4F06-CDFD-1EA937389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2A90FA-FFFB-9A20-0035-13AA5381A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3EE043-3F23-D713-C9AE-5AE525C223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FFB2C7-DDD4-B4FA-3956-1B6957E5C2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2C6A3-2D9E-148F-502E-1511D9CD8D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74573D-EB2E-B3A8-6A38-D313EAEA8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E81D-AAFB-DD4A-AC65-5B314E064D42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1C4A9C-657C-47B2-BA11-594E886D4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D797F6-C17F-DD7D-319E-061B92C4D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B521-D9E4-A341-9D94-87EF6C198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995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23D1C-A809-A426-1C44-A85DE354B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0FA4ED-3D86-397F-EDD2-46560F677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E81D-AAFB-DD4A-AC65-5B314E064D42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859283-54BB-48B3-7020-A4BA65515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43CCB2-1553-3587-D606-915A732C6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B521-D9E4-A341-9D94-87EF6C198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831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8D86AC-1325-7904-961E-3093819DF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E81D-AAFB-DD4A-AC65-5B314E064D42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6266D6-A940-5425-6EA2-C4446855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FB9D0-C2A8-57E0-39FF-73B7BE1E4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B521-D9E4-A341-9D94-87EF6C198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82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331AE-1FB4-4D6A-8C48-13D604739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F6271-E955-3568-AF54-E971A13CE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15B31-F532-6A77-001A-185AD813B5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3C369-3AB7-254D-2331-D165837AE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E81D-AAFB-DD4A-AC65-5B314E064D42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D95C7-8FA7-A62D-2CD8-C9716C1B0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BF0E3-7C05-184B-70D1-AE224CBD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B521-D9E4-A341-9D94-87EF6C198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654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38B20-0173-12E0-6FE8-62FA29B26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2CDA5B-A8B0-C5D6-92CD-55B483F531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3D0D38-0E11-3E4B-D158-1E6512D817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D40046-BB39-7283-FD04-C8DADE92A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E81D-AAFB-DD4A-AC65-5B314E064D42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C1027-5AA3-2606-881B-B8270051D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C76ED0-D87F-F876-BBBB-8998A9C50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B521-D9E4-A341-9D94-87EF6C198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818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60AFD-6985-55EE-9ADA-A37913BFE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14E78-D3D2-2326-B142-4EB388680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D5520-1C41-00BB-FCF9-B7512C89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E81D-AAFB-DD4A-AC65-5B314E064D42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2F61E-465A-BF6D-E30F-A6637220D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EE2B1-8929-8FC7-9DE8-552EEE6B5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B521-D9E4-A341-9D94-87EF6C198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277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5D4C52-5B83-4B95-9B5E-98D74D4DBA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16E095-A2D0-0626-2DD5-EE2D4B869D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AAECC-834A-604E-9A3F-CF52BF93D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E81D-AAFB-DD4A-AC65-5B314E064D42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CF2D7-E3D0-D11C-A6E8-A8CFDEF80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9E1BF-80EB-0644-7128-C3C31137A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FB521-D9E4-A341-9D94-87EF6C198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535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 -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33061E-7711-4552-AAA9-0C165E333D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4897428" y="3297228"/>
            <a:ext cx="6171625" cy="128429"/>
          </a:xfrm>
          <a:noFill/>
        </p:spPr>
        <p:txBody>
          <a:bodyPr anchor="ctr" anchorCtr="0">
            <a:noAutofit/>
          </a:bodyPr>
          <a:lstStyle>
            <a:lvl1pPr marL="0" indent="0">
              <a:spcBef>
                <a:spcPts val="533"/>
              </a:spcBef>
              <a:buNone/>
              <a:defRPr sz="1333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Publication Number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4897556" y="2523563"/>
            <a:ext cx="6171496" cy="471813"/>
          </a:xfrm>
          <a:prstGeom prst="rect">
            <a:avLst/>
          </a:prstGeom>
          <a:solidFill>
            <a:schemeClr val="accent1">
              <a:alpha val="75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1600"/>
              </a:spcBef>
              <a:spcAft>
                <a:spcPts val="800"/>
              </a:spcAft>
            </a:pPr>
            <a:r>
              <a:rPr lang="en-US" sz="2400" b="1">
                <a:solidFill>
                  <a:schemeClr val="bg1"/>
                </a:solidFill>
              </a:rPr>
              <a:t>  www.nrel.gov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C60F026A-EFCC-4367-BC39-EB2DA30669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7555" y="876348"/>
            <a:ext cx="7294444" cy="1460688"/>
          </a:xfrm>
          <a:solidFill>
            <a:schemeClr val="accent1">
              <a:alpha val="75000"/>
            </a:schemeClr>
          </a:solidFill>
        </p:spPr>
        <p:txBody>
          <a:bodyPr lIns="182880" tIns="182880" rIns="182880" bIns="0" anchor="ctr" anchorCtr="0"/>
          <a:lstStyle>
            <a:lvl1pPr algn="l">
              <a:defRPr sz="5333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Q&amp;A or 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6DEF8E-6A3C-0923-420E-9948B4C52A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363" b="363"/>
          <a:stretch/>
        </p:blipFill>
        <p:spPr>
          <a:xfrm>
            <a:off x="8266035" y="5570237"/>
            <a:ext cx="3061335" cy="12877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BE0CFF-97E6-4CAB-9B8B-8E18EC82F557}"/>
              </a:ext>
            </a:extLst>
          </p:cNvPr>
          <p:cNvSpPr txBox="1"/>
          <p:nvPr userDrawn="1"/>
        </p:nvSpPr>
        <p:spPr>
          <a:xfrm>
            <a:off x="623273" y="6441283"/>
            <a:ext cx="2791327" cy="2667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i="1" dirty="0">
                <a:solidFill>
                  <a:schemeClr val="bg1">
                    <a:lumMod val="50000"/>
                  </a:schemeClr>
                </a:solidFill>
              </a:rPr>
              <a:t>Photo from Getty-181828180</a:t>
            </a:r>
          </a:p>
        </p:txBody>
      </p:sp>
    </p:spTree>
    <p:extLst>
      <p:ext uri="{BB962C8B-B14F-4D97-AF65-F5344CB8AC3E}">
        <p14:creationId xmlns:p14="http://schemas.microsoft.com/office/powerpoint/2010/main" val="36330496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Full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1CEB93-B319-4B7C-A580-74D0269E1C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0" r="80"/>
          <a:stretch/>
        </p:blipFill>
        <p:spPr>
          <a:xfrm>
            <a:off x="1" y="1"/>
            <a:ext cx="12192000" cy="6858001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982633" y="2006436"/>
            <a:ext cx="7209367" cy="1460688"/>
          </a:xfrm>
          <a:solidFill>
            <a:schemeClr val="accent1">
              <a:alpha val="75000"/>
            </a:schemeClr>
          </a:solidFill>
        </p:spPr>
        <p:txBody>
          <a:bodyPr lIns="182880" tIns="137160" rIns="182880" bIns="137160" anchor="ctr" anchorCtr="0">
            <a:noAutofit/>
          </a:bodyPr>
          <a:lstStyle>
            <a:lvl1pPr marL="0" indent="0">
              <a:lnSpc>
                <a:spcPts val="3733"/>
              </a:lnSpc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4982634" y="3659716"/>
            <a:ext cx="5763684" cy="1468735"/>
          </a:xfrm>
          <a:solidFill>
            <a:schemeClr val="accent1">
              <a:alpha val="75000"/>
            </a:schemeClr>
          </a:solidFill>
        </p:spPr>
        <p:txBody>
          <a:bodyPr lIns="182880" tIns="137160" rIns="182880" bIns="137160" anchor="ctr" anchorCtr="0">
            <a:noAutofit/>
          </a:bodyPr>
          <a:lstStyle>
            <a:lvl1pPr marL="0" indent="0">
              <a:lnSpc>
                <a:spcPts val="2347"/>
              </a:lnSpc>
              <a:spcBef>
                <a:spcPts val="533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30BCCF-CBC7-5646-AFBB-E99D6B7D4D8F}"/>
              </a:ext>
            </a:extLst>
          </p:cNvPr>
          <p:cNvSpPr txBox="1"/>
          <p:nvPr userDrawn="1"/>
        </p:nvSpPr>
        <p:spPr>
          <a:xfrm>
            <a:off x="623273" y="6441283"/>
            <a:ext cx="2791327" cy="2667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i="1" dirty="0">
                <a:ln>
                  <a:noFill/>
                </a:ln>
                <a:solidFill>
                  <a:schemeClr val="bg1"/>
                </a:solidFill>
                <a:effectLst>
                  <a:outerShdw blurRad="139700" dir="5400000" algn="t" rotWithShape="0">
                    <a:prstClr val="black"/>
                  </a:outerShdw>
                </a:effectLst>
              </a:rPr>
              <a:t>Photo by Josh Bauer, NREL 61725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B794AA9-CAEE-E090-6B7A-366F4E70DA0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027" b="1027"/>
          <a:stretch/>
        </p:blipFill>
        <p:spPr>
          <a:xfrm>
            <a:off x="629635" y="1"/>
            <a:ext cx="3102825" cy="128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3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6">
          <p15:clr>
            <a:srgbClr val="FBAE40"/>
          </p15:clr>
        </p15:guide>
        <p15:guide id="2" pos="28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 userDrawn="1"/>
        </p:nvCxnSpPr>
        <p:spPr>
          <a:xfrm>
            <a:off x="5119809" y="3707711"/>
            <a:ext cx="5625684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5104104" y="3948645"/>
            <a:ext cx="5642213" cy="1468735"/>
          </a:xfrm>
        </p:spPr>
        <p:txBody>
          <a:bodyPr>
            <a:noAutofit/>
          </a:bodyPr>
          <a:lstStyle>
            <a:lvl1pPr marL="0" indent="0">
              <a:spcBef>
                <a:spcPts val="533"/>
              </a:spcBef>
              <a:buNone/>
              <a:defRPr sz="2400" baseline="0"/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A96CAC-91CB-46A4-B549-F63ACBD978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9808" y="3150289"/>
            <a:ext cx="5626509" cy="316835"/>
          </a:xfrm>
          <a:noFill/>
        </p:spPr>
        <p:txBody>
          <a:bodyPr lIns="0" tIns="91440" rIns="0" bIns="0"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FC5AD11-BC49-5C83-0131-44603CA972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27" b="1027"/>
          <a:stretch/>
        </p:blipFill>
        <p:spPr>
          <a:xfrm>
            <a:off x="629635" y="1"/>
            <a:ext cx="3102825" cy="128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231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Full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1CEB93-B319-4B7C-A580-74D0269E1C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0" r="80"/>
          <a:stretch/>
        </p:blipFill>
        <p:spPr>
          <a:xfrm>
            <a:off x="1" y="1"/>
            <a:ext cx="12192000" cy="6858001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982633" y="2006436"/>
            <a:ext cx="7209367" cy="1460688"/>
          </a:xfrm>
          <a:solidFill>
            <a:schemeClr val="accent1">
              <a:alpha val="75000"/>
            </a:schemeClr>
          </a:solidFill>
        </p:spPr>
        <p:txBody>
          <a:bodyPr lIns="182880" tIns="137160" rIns="182880" bIns="137160" anchor="ctr" anchorCtr="0">
            <a:noAutofit/>
          </a:bodyPr>
          <a:lstStyle>
            <a:lvl1pPr marL="0" indent="0">
              <a:lnSpc>
                <a:spcPts val="3733"/>
              </a:lnSpc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4982634" y="3659716"/>
            <a:ext cx="5763684" cy="1468735"/>
          </a:xfrm>
          <a:solidFill>
            <a:schemeClr val="accent1">
              <a:alpha val="75000"/>
            </a:schemeClr>
          </a:solidFill>
        </p:spPr>
        <p:txBody>
          <a:bodyPr lIns="182880" tIns="137160" rIns="182880" bIns="137160" anchor="ctr" anchorCtr="0">
            <a:noAutofit/>
          </a:bodyPr>
          <a:lstStyle>
            <a:lvl1pPr marL="0" indent="0">
              <a:lnSpc>
                <a:spcPts val="2347"/>
              </a:lnSpc>
              <a:spcBef>
                <a:spcPts val="533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30BCCF-CBC7-5646-AFBB-E99D6B7D4D8F}"/>
              </a:ext>
            </a:extLst>
          </p:cNvPr>
          <p:cNvSpPr txBox="1"/>
          <p:nvPr userDrawn="1"/>
        </p:nvSpPr>
        <p:spPr>
          <a:xfrm>
            <a:off x="623273" y="6441283"/>
            <a:ext cx="2791327" cy="2667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i="1" dirty="0">
                <a:ln>
                  <a:noFill/>
                </a:ln>
                <a:solidFill>
                  <a:schemeClr val="bg1"/>
                </a:solidFill>
                <a:effectLst>
                  <a:outerShdw blurRad="139700" dir="5400000" algn="t" rotWithShape="0">
                    <a:prstClr val="black"/>
                  </a:outerShdw>
                </a:effectLst>
              </a:rPr>
              <a:t>Photo by Josh Bauer, NREL 61725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B794AA9-CAEE-E090-6B7A-366F4E70DA0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027" b="1027"/>
          <a:stretch/>
        </p:blipFill>
        <p:spPr>
          <a:xfrm>
            <a:off x="629635" y="1"/>
            <a:ext cx="3102825" cy="128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262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6">
          <p15:clr>
            <a:srgbClr val="FBAE40"/>
          </p15:clr>
        </p15:guide>
        <p15:guide id="2" pos="28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Full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32CCCE-56C2-8545-B018-16FDB063CF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57" b="57"/>
          <a:stretch/>
        </p:blipFill>
        <p:spPr>
          <a:xfrm>
            <a:off x="1" y="0"/>
            <a:ext cx="12207463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982634" y="2006436"/>
            <a:ext cx="7224829" cy="1460688"/>
          </a:xfrm>
          <a:solidFill>
            <a:schemeClr val="accent1">
              <a:alpha val="75000"/>
            </a:schemeClr>
          </a:solidFill>
        </p:spPr>
        <p:txBody>
          <a:bodyPr lIns="182880" tIns="137160" rIns="182880" bIns="137160" anchor="ctr" anchorCtr="0">
            <a:noAutofit/>
          </a:bodyPr>
          <a:lstStyle>
            <a:lvl1pPr marL="0" indent="0">
              <a:lnSpc>
                <a:spcPts val="3733"/>
              </a:lnSpc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4982634" y="3659716"/>
            <a:ext cx="5763684" cy="1468735"/>
          </a:xfrm>
          <a:solidFill>
            <a:schemeClr val="accent1">
              <a:alpha val="75000"/>
            </a:schemeClr>
          </a:solidFill>
        </p:spPr>
        <p:txBody>
          <a:bodyPr lIns="182880" tIns="137160" rIns="182880" bIns="137160" anchor="ctr" anchorCtr="0">
            <a:noAutofit/>
          </a:bodyPr>
          <a:lstStyle>
            <a:lvl1pPr marL="0" indent="0">
              <a:lnSpc>
                <a:spcPts val="2347"/>
              </a:lnSpc>
              <a:spcBef>
                <a:spcPts val="533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E1903A-677C-411B-8052-9465784D1315}"/>
              </a:ext>
            </a:extLst>
          </p:cNvPr>
          <p:cNvSpPr txBox="1"/>
          <p:nvPr userDrawn="1"/>
        </p:nvSpPr>
        <p:spPr>
          <a:xfrm>
            <a:off x="623273" y="6441283"/>
            <a:ext cx="2791327" cy="2667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i="1" dirty="0">
                <a:ln>
                  <a:noFill/>
                </a:ln>
                <a:solidFill>
                  <a:schemeClr val="bg1"/>
                </a:solidFill>
                <a:effectLst>
                  <a:outerShdw blurRad="139700" dir="5400000" algn="t" rotWithShape="0">
                    <a:prstClr val="black"/>
                  </a:outerShdw>
                </a:effectLst>
              </a:rPr>
              <a:t>Photo by Josh Bauer / Bryan Bechtold, NREL 82067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1EA4B32-5652-4E12-AE40-EDD70AE8A0E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027" b="1027"/>
          <a:stretch/>
        </p:blipFill>
        <p:spPr>
          <a:xfrm>
            <a:off x="629635" y="1"/>
            <a:ext cx="3102825" cy="128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7136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Full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B3AA24C-5AAC-2848-838E-F2528852E9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" r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982633" y="2006436"/>
            <a:ext cx="7209367" cy="1460688"/>
          </a:xfrm>
          <a:solidFill>
            <a:schemeClr val="accent1">
              <a:alpha val="75000"/>
            </a:schemeClr>
          </a:solidFill>
        </p:spPr>
        <p:txBody>
          <a:bodyPr lIns="182880" tIns="137160" rIns="182880" bIns="137160" anchor="ctr" anchorCtr="0">
            <a:noAutofit/>
          </a:bodyPr>
          <a:lstStyle>
            <a:lvl1pPr marL="0" indent="0">
              <a:lnSpc>
                <a:spcPts val="3733"/>
              </a:lnSpc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4982634" y="3659716"/>
            <a:ext cx="5763684" cy="1468735"/>
          </a:xfrm>
          <a:solidFill>
            <a:schemeClr val="accent1">
              <a:alpha val="75000"/>
            </a:schemeClr>
          </a:solidFill>
        </p:spPr>
        <p:txBody>
          <a:bodyPr lIns="182880" tIns="137160" rIns="182880" bIns="137160" anchor="ctr" anchorCtr="0">
            <a:noAutofit/>
          </a:bodyPr>
          <a:lstStyle>
            <a:lvl1pPr marL="0" indent="0">
              <a:lnSpc>
                <a:spcPts val="2347"/>
              </a:lnSpc>
              <a:spcBef>
                <a:spcPts val="533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A26CA5-C27A-41A2-8DC4-F68584DE36EE}"/>
              </a:ext>
            </a:extLst>
          </p:cNvPr>
          <p:cNvSpPr txBox="1"/>
          <p:nvPr userDrawn="1"/>
        </p:nvSpPr>
        <p:spPr>
          <a:xfrm>
            <a:off x="623273" y="6441283"/>
            <a:ext cx="2791327" cy="2667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i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Photo by Molly Rettig, NREL 68829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EA070A1D-6B6A-9F9C-8D46-B6E4305960F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027" b="1027"/>
          <a:stretch/>
        </p:blipFill>
        <p:spPr>
          <a:xfrm>
            <a:off x="629635" y="1"/>
            <a:ext cx="3102825" cy="128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4797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 - Full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32CCCE-56C2-8545-B018-16FDB063CF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57" b="57"/>
          <a:stretch/>
        </p:blipFill>
        <p:spPr>
          <a:xfrm>
            <a:off x="1" y="0"/>
            <a:ext cx="12207463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982633" y="2006436"/>
            <a:ext cx="7224831" cy="1460688"/>
          </a:xfrm>
          <a:solidFill>
            <a:schemeClr val="accent1">
              <a:alpha val="75000"/>
            </a:schemeClr>
          </a:solidFill>
        </p:spPr>
        <p:txBody>
          <a:bodyPr lIns="182880" tIns="137160" rIns="182880" bIns="137160" anchor="ctr" anchorCtr="0">
            <a:noAutofit/>
          </a:bodyPr>
          <a:lstStyle>
            <a:lvl1pPr marL="0" indent="0">
              <a:lnSpc>
                <a:spcPts val="3733"/>
              </a:lnSpc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4982634" y="3659716"/>
            <a:ext cx="5763684" cy="1468735"/>
          </a:xfrm>
          <a:solidFill>
            <a:schemeClr val="accent1">
              <a:alpha val="75000"/>
            </a:schemeClr>
          </a:solidFill>
        </p:spPr>
        <p:txBody>
          <a:bodyPr lIns="182880" tIns="137160" rIns="182880" bIns="137160" anchor="ctr" anchorCtr="0">
            <a:noAutofit/>
          </a:bodyPr>
          <a:lstStyle>
            <a:lvl1pPr marL="0" indent="0">
              <a:lnSpc>
                <a:spcPts val="2347"/>
              </a:lnSpc>
              <a:spcBef>
                <a:spcPts val="533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E1903A-677C-411B-8052-9465784D1315}"/>
              </a:ext>
            </a:extLst>
          </p:cNvPr>
          <p:cNvSpPr txBox="1"/>
          <p:nvPr userDrawn="1"/>
        </p:nvSpPr>
        <p:spPr>
          <a:xfrm>
            <a:off x="623273" y="6441283"/>
            <a:ext cx="2791327" cy="2667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i="1">
                <a:ln>
                  <a:noFill/>
                </a:ln>
                <a:solidFill>
                  <a:schemeClr val="bg1"/>
                </a:solidFill>
                <a:effectLst>
                  <a:outerShdw blurRad="139700" dir="5400000" algn="t" rotWithShape="0">
                    <a:prstClr val="black"/>
                  </a:outerShdw>
                </a:effectLst>
              </a:rPr>
              <a:t>Visualization from the NREL Insight Center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1DD0E68-E797-4873-A8E8-CA7E7BCF7FC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027" b="1027"/>
          <a:stretch/>
        </p:blipFill>
        <p:spPr>
          <a:xfrm>
            <a:off x="629635" y="1"/>
            <a:ext cx="3102825" cy="128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5306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 - Full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32CCCE-56C2-8545-B018-16FDB063CF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57" b="57"/>
          <a:stretch/>
        </p:blipFill>
        <p:spPr>
          <a:xfrm>
            <a:off x="1" y="0"/>
            <a:ext cx="12207463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982634" y="2006436"/>
            <a:ext cx="7224829" cy="1460688"/>
          </a:xfrm>
          <a:solidFill>
            <a:schemeClr val="accent1">
              <a:alpha val="75000"/>
            </a:schemeClr>
          </a:solidFill>
        </p:spPr>
        <p:txBody>
          <a:bodyPr lIns="182880" tIns="137160" rIns="182880" bIns="137160" anchor="ctr" anchorCtr="0">
            <a:noAutofit/>
          </a:bodyPr>
          <a:lstStyle>
            <a:lvl1pPr marL="0" indent="0">
              <a:lnSpc>
                <a:spcPts val="3733"/>
              </a:lnSpc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4982634" y="3659716"/>
            <a:ext cx="5763684" cy="1468735"/>
          </a:xfrm>
          <a:solidFill>
            <a:schemeClr val="accent1">
              <a:alpha val="75000"/>
            </a:schemeClr>
          </a:solidFill>
        </p:spPr>
        <p:txBody>
          <a:bodyPr lIns="182880" tIns="137160" rIns="182880" bIns="137160" anchor="ctr" anchorCtr="0">
            <a:noAutofit/>
          </a:bodyPr>
          <a:lstStyle>
            <a:lvl1pPr marL="0" indent="0">
              <a:lnSpc>
                <a:spcPts val="2347"/>
              </a:lnSpc>
              <a:spcBef>
                <a:spcPts val="533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E1903A-677C-411B-8052-9465784D1315}"/>
              </a:ext>
            </a:extLst>
          </p:cNvPr>
          <p:cNvSpPr txBox="1"/>
          <p:nvPr userDrawn="1"/>
        </p:nvSpPr>
        <p:spPr>
          <a:xfrm>
            <a:off x="623273" y="6441283"/>
            <a:ext cx="2791327" cy="2667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i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Visualization from the NREL Insight Center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5B82635C-F33B-A769-B37A-A887C99B358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027" b="1027"/>
          <a:stretch/>
        </p:blipFill>
        <p:spPr>
          <a:xfrm>
            <a:off x="629635" y="1"/>
            <a:ext cx="3102825" cy="128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6908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 - Full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32CCCE-56C2-8545-B018-16FDB063CF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57" b="57"/>
          <a:stretch/>
        </p:blipFill>
        <p:spPr>
          <a:xfrm>
            <a:off x="1" y="0"/>
            <a:ext cx="12207463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982634" y="2006436"/>
            <a:ext cx="7224829" cy="1460688"/>
          </a:xfrm>
          <a:solidFill>
            <a:schemeClr val="accent1">
              <a:alpha val="75000"/>
            </a:schemeClr>
          </a:solidFill>
        </p:spPr>
        <p:txBody>
          <a:bodyPr lIns="182880" tIns="137160" rIns="182880" bIns="137160" anchor="ctr" anchorCtr="0">
            <a:noAutofit/>
          </a:bodyPr>
          <a:lstStyle>
            <a:lvl1pPr marL="0" indent="0">
              <a:lnSpc>
                <a:spcPts val="3733"/>
              </a:lnSpc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4982634" y="3659716"/>
            <a:ext cx="5763684" cy="1468735"/>
          </a:xfrm>
          <a:solidFill>
            <a:schemeClr val="accent1">
              <a:alpha val="75000"/>
            </a:schemeClr>
          </a:solidFill>
        </p:spPr>
        <p:txBody>
          <a:bodyPr lIns="182880" tIns="137160" rIns="182880" bIns="137160" anchor="ctr" anchorCtr="0">
            <a:noAutofit/>
          </a:bodyPr>
          <a:lstStyle>
            <a:lvl1pPr marL="0" indent="0">
              <a:lnSpc>
                <a:spcPts val="2347"/>
              </a:lnSpc>
              <a:spcBef>
                <a:spcPts val="533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E1903A-677C-411B-8052-9465784D1315}"/>
              </a:ext>
            </a:extLst>
          </p:cNvPr>
          <p:cNvSpPr txBox="1"/>
          <p:nvPr userDrawn="1"/>
        </p:nvSpPr>
        <p:spPr>
          <a:xfrm>
            <a:off x="623273" y="6441283"/>
            <a:ext cx="2791327" cy="2667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i="1" dirty="0">
                <a:ln>
                  <a:noFill/>
                </a:ln>
                <a:solidFill>
                  <a:schemeClr val="bg1"/>
                </a:solidFill>
                <a:effectLst>
                  <a:outerShdw blurRad="139700" dir="5400000" algn="t" rotWithShape="0">
                    <a:prstClr val="black"/>
                  </a:outerShdw>
                </a:effectLst>
              </a:rPr>
              <a:t>Photo by Dennis Schroeder, NREL 51331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1FDACC3-9DAC-1757-1C92-AE55D668A53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027" b="1027"/>
          <a:stretch/>
        </p:blipFill>
        <p:spPr>
          <a:xfrm>
            <a:off x="629635" y="1"/>
            <a:ext cx="3102825" cy="128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9122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Full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6F3D87-C3BA-374C-A5C4-61C54BBBB0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982633" y="2006436"/>
            <a:ext cx="7209367" cy="1460688"/>
          </a:xfrm>
          <a:solidFill>
            <a:schemeClr val="accent1">
              <a:alpha val="75000"/>
            </a:schemeClr>
          </a:solidFill>
        </p:spPr>
        <p:txBody>
          <a:bodyPr lIns="182880" tIns="137160" rIns="182880" bIns="137160" anchor="ctr" anchorCtr="0">
            <a:noAutofit/>
          </a:bodyPr>
          <a:lstStyle>
            <a:lvl1pPr marL="0" indent="0">
              <a:lnSpc>
                <a:spcPts val="3733"/>
              </a:lnSpc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4982634" y="3659716"/>
            <a:ext cx="5763684" cy="1468735"/>
          </a:xfrm>
          <a:solidFill>
            <a:schemeClr val="accent1">
              <a:alpha val="75000"/>
            </a:schemeClr>
          </a:solidFill>
        </p:spPr>
        <p:txBody>
          <a:bodyPr lIns="182880" tIns="137160" rIns="182880" bIns="137160" anchor="ctr" anchorCtr="0">
            <a:noAutofit/>
          </a:bodyPr>
          <a:lstStyle>
            <a:lvl1pPr marL="0" indent="0">
              <a:lnSpc>
                <a:spcPts val="2347"/>
              </a:lnSpc>
              <a:spcBef>
                <a:spcPts val="533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D50BFA-B1F7-4C9D-9C22-4C028B73506D}"/>
              </a:ext>
            </a:extLst>
          </p:cNvPr>
          <p:cNvSpPr txBox="1"/>
          <p:nvPr userDrawn="1"/>
        </p:nvSpPr>
        <p:spPr>
          <a:xfrm>
            <a:off x="623273" y="6441283"/>
            <a:ext cx="2791327" cy="266740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/>
          <a:p>
            <a:r>
              <a:rPr lang="en-US" sz="800" i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Photo by Joe DelNero, NREL 85390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508B205-F847-EE5B-E801-7B3D1B1F2A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027" b="1027"/>
          <a:stretch/>
        </p:blipFill>
        <p:spPr>
          <a:xfrm>
            <a:off x="629635" y="1"/>
            <a:ext cx="3102825" cy="128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6344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Full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2CAC66-5156-3CA6-488C-3A45FB2330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982634" y="2006436"/>
            <a:ext cx="7224829" cy="1460688"/>
          </a:xfrm>
          <a:solidFill>
            <a:schemeClr val="accent1">
              <a:alpha val="75000"/>
            </a:schemeClr>
          </a:solidFill>
        </p:spPr>
        <p:txBody>
          <a:bodyPr lIns="182880" tIns="137160" rIns="182880" bIns="137160" anchor="ctr" anchorCtr="0">
            <a:noAutofit/>
          </a:bodyPr>
          <a:lstStyle>
            <a:lvl1pPr marL="0" indent="0">
              <a:lnSpc>
                <a:spcPts val="3733"/>
              </a:lnSpc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4982634" y="3659716"/>
            <a:ext cx="5763684" cy="1468735"/>
          </a:xfrm>
          <a:solidFill>
            <a:schemeClr val="accent1">
              <a:alpha val="75000"/>
            </a:schemeClr>
          </a:solidFill>
        </p:spPr>
        <p:txBody>
          <a:bodyPr lIns="182880" tIns="137160" rIns="182880" bIns="137160" anchor="ctr" anchorCtr="0">
            <a:noAutofit/>
          </a:bodyPr>
          <a:lstStyle>
            <a:lvl1pPr marL="0" indent="0">
              <a:lnSpc>
                <a:spcPts val="2347"/>
              </a:lnSpc>
              <a:spcBef>
                <a:spcPts val="533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E1903A-677C-411B-8052-9465784D1315}"/>
              </a:ext>
            </a:extLst>
          </p:cNvPr>
          <p:cNvSpPr txBox="1"/>
          <p:nvPr userDrawn="1"/>
        </p:nvSpPr>
        <p:spPr>
          <a:xfrm>
            <a:off x="623273" y="6441283"/>
            <a:ext cx="2791327" cy="2667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i="1" dirty="0">
                <a:ln>
                  <a:noFill/>
                </a:ln>
                <a:solidFill>
                  <a:schemeClr val="bg1"/>
                </a:solidFill>
                <a:effectLst>
                  <a:outerShdw blurRad="139700" dir="5400000" algn="t" rotWithShape="0">
                    <a:prstClr val="black"/>
                  </a:outerShdw>
                </a:effectLst>
              </a:rPr>
              <a:t>Photo by Agata Bogucka, NREL 91683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5F34A66-C966-72B6-1891-65CE5A6AA2E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027" b="1027"/>
          <a:stretch/>
        </p:blipFill>
        <p:spPr>
          <a:xfrm>
            <a:off x="629635" y="1"/>
            <a:ext cx="3102825" cy="128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7941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- Full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32CCCE-56C2-8545-B018-16FDB063CF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57" b="57"/>
          <a:stretch/>
        </p:blipFill>
        <p:spPr>
          <a:xfrm>
            <a:off x="1" y="0"/>
            <a:ext cx="12207463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982633" y="2006436"/>
            <a:ext cx="7209367" cy="1460688"/>
          </a:xfrm>
          <a:solidFill>
            <a:schemeClr val="accent1">
              <a:alpha val="75000"/>
            </a:schemeClr>
          </a:solidFill>
        </p:spPr>
        <p:txBody>
          <a:bodyPr lIns="182880" tIns="137160" rIns="182880" bIns="137160" anchor="ctr" anchorCtr="0">
            <a:noAutofit/>
          </a:bodyPr>
          <a:lstStyle>
            <a:lvl1pPr marL="0" indent="0">
              <a:lnSpc>
                <a:spcPts val="3733"/>
              </a:lnSpc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4982634" y="3659716"/>
            <a:ext cx="5763684" cy="1468735"/>
          </a:xfrm>
          <a:solidFill>
            <a:schemeClr val="accent1">
              <a:alpha val="75000"/>
            </a:schemeClr>
          </a:solidFill>
        </p:spPr>
        <p:txBody>
          <a:bodyPr lIns="182880" tIns="137160" rIns="182880" bIns="137160" anchor="ctr" anchorCtr="0">
            <a:noAutofit/>
          </a:bodyPr>
          <a:lstStyle>
            <a:lvl1pPr marL="0" indent="0">
              <a:lnSpc>
                <a:spcPts val="2347"/>
              </a:lnSpc>
              <a:spcBef>
                <a:spcPts val="533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E1903A-677C-411B-8052-9465784D1315}"/>
              </a:ext>
            </a:extLst>
          </p:cNvPr>
          <p:cNvSpPr txBox="1"/>
          <p:nvPr userDrawn="1"/>
        </p:nvSpPr>
        <p:spPr>
          <a:xfrm>
            <a:off x="623273" y="6441283"/>
            <a:ext cx="2791327" cy="2667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i="1" dirty="0">
                <a:ln>
                  <a:noFill/>
                </a:ln>
                <a:solidFill>
                  <a:schemeClr val="bg1"/>
                </a:solidFill>
                <a:effectLst>
                  <a:outerShdw blurRad="139700" dir="5400000" algn="t" rotWithShape="0">
                    <a:prstClr val="black"/>
                  </a:outerShdw>
                </a:effectLst>
              </a:rPr>
              <a:t>Photo by Werner Slocum, NREL 67842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93AB89C-DC5B-9AA5-2CAF-6455EAA99CA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027" b="1027"/>
          <a:stretch/>
        </p:blipFill>
        <p:spPr>
          <a:xfrm>
            <a:off x="629635" y="1"/>
            <a:ext cx="3102825" cy="128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0263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 - Full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32CCCE-56C2-8545-B018-16FDB063CF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63" b="63"/>
          <a:stretch/>
        </p:blipFill>
        <p:spPr>
          <a:xfrm>
            <a:off x="1" y="0"/>
            <a:ext cx="12207463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982634" y="2006436"/>
            <a:ext cx="7224829" cy="1460688"/>
          </a:xfrm>
          <a:solidFill>
            <a:schemeClr val="accent1">
              <a:alpha val="75000"/>
            </a:schemeClr>
          </a:solidFill>
        </p:spPr>
        <p:txBody>
          <a:bodyPr lIns="182880" tIns="137160" rIns="182880" bIns="137160" anchor="ctr" anchorCtr="0">
            <a:noAutofit/>
          </a:bodyPr>
          <a:lstStyle>
            <a:lvl1pPr marL="0" indent="0">
              <a:lnSpc>
                <a:spcPts val="3733"/>
              </a:lnSpc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4982634" y="3659716"/>
            <a:ext cx="5763684" cy="1468735"/>
          </a:xfrm>
          <a:solidFill>
            <a:schemeClr val="accent1">
              <a:alpha val="75000"/>
            </a:schemeClr>
          </a:solidFill>
        </p:spPr>
        <p:txBody>
          <a:bodyPr lIns="182880" tIns="137160" rIns="182880" bIns="137160" anchor="ctr" anchorCtr="0">
            <a:noAutofit/>
          </a:bodyPr>
          <a:lstStyle>
            <a:lvl1pPr marL="0" indent="0">
              <a:lnSpc>
                <a:spcPts val="2347"/>
              </a:lnSpc>
              <a:spcBef>
                <a:spcPts val="533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93AB89C-DC5B-9AA5-2CAF-6455EAA99CA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027" b="1027"/>
          <a:stretch/>
        </p:blipFill>
        <p:spPr>
          <a:xfrm>
            <a:off x="629635" y="1"/>
            <a:ext cx="3102825" cy="128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5870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- Full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32CCCE-56C2-8545-B018-16FDB063CF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57" b="57"/>
          <a:stretch/>
        </p:blipFill>
        <p:spPr>
          <a:xfrm>
            <a:off x="1" y="0"/>
            <a:ext cx="12207463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982634" y="2006436"/>
            <a:ext cx="7224829" cy="1460688"/>
          </a:xfrm>
          <a:solidFill>
            <a:schemeClr val="accent1">
              <a:alpha val="75000"/>
            </a:schemeClr>
          </a:solidFill>
        </p:spPr>
        <p:txBody>
          <a:bodyPr lIns="182880" tIns="137160" rIns="182880" bIns="137160" anchor="ctr" anchorCtr="0">
            <a:noAutofit/>
          </a:bodyPr>
          <a:lstStyle>
            <a:lvl1pPr marL="0" indent="0">
              <a:lnSpc>
                <a:spcPts val="3733"/>
              </a:lnSpc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4982634" y="3659716"/>
            <a:ext cx="5763684" cy="1468735"/>
          </a:xfrm>
          <a:solidFill>
            <a:schemeClr val="accent1">
              <a:alpha val="75000"/>
            </a:schemeClr>
          </a:solidFill>
        </p:spPr>
        <p:txBody>
          <a:bodyPr lIns="182880" tIns="137160" rIns="182880" bIns="137160" anchor="ctr" anchorCtr="0">
            <a:noAutofit/>
          </a:bodyPr>
          <a:lstStyle>
            <a:lvl1pPr marL="0" indent="0">
              <a:lnSpc>
                <a:spcPts val="2347"/>
              </a:lnSpc>
              <a:spcBef>
                <a:spcPts val="533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E1903A-677C-411B-8052-9465784D1315}"/>
              </a:ext>
            </a:extLst>
          </p:cNvPr>
          <p:cNvSpPr txBox="1"/>
          <p:nvPr userDrawn="1"/>
        </p:nvSpPr>
        <p:spPr>
          <a:xfrm>
            <a:off x="623273" y="6441283"/>
            <a:ext cx="2791327" cy="2667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i="1">
                <a:solidFill>
                  <a:schemeClr val="bg1">
                    <a:lumMod val="50000"/>
                  </a:schemeClr>
                </a:solidFill>
              </a:rPr>
              <a:t>Photo from Getty-181828180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4737554-857A-238A-49C2-642CA408A9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027" b="1027"/>
          <a:stretch/>
        </p:blipFill>
        <p:spPr>
          <a:xfrm>
            <a:off x="629635" y="1"/>
            <a:ext cx="3102825" cy="128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6317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Text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"/>
            <a:ext cx="5497435" cy="1209524"/>
          </a:xfrm>
        </p:spPr>
        <p:txBody>
          <a:bodyPr/>
          <a:lstStyle/>
          <a:p>
            <a:r>
              <a:rPr lang="en-US"/>
              <a:t>Simple Slide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609601" y="1451811"/>
            <a:ext cx="5285872" cy="48770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32C26046-8E0E-4224-8319-3B8C08FE8A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3160" y="1451811"/>
            <a:ext cx="5285872" cy="48770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AC75E7-7BFD-4A75-83A1-67A33697740C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37046913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2 - Text,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599" y="1"/>
            <a:ext cx="7915124" cy="1209524"/>
          </a:xfrm>
        </p:spPr>
        <p:txBody>
          <a:bodyPr/>
          <a:lstStyle/>
          <a:p>
            <a:r>
              <a:rPr lang="en-US"/>
              <a:t>Simple Slide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A0398508-7DDA-44A1-AFEE-29EEB82827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1" y="1451811"/>
            <a:ext cx="5285872" cy="48770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FEEA646A-CE53-4212-85CF-13F90A4A2E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3160" y="1451811"/>
            <a:ext cx="5285872" cy="48770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478E95-ED1C-46B4-9802-99CAA61A75DB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37187158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3 - text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541FC847-B580-4C25-B899-95B15EE8A8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1"/>
            <a:ext cx="10982476" cy="1209523"/>
          </a:xfrm>
        </p:spPr>
        <p:txBody>
          <a:bodyPr/>
          <a:lstStyle/>
          <a:p>
            <a:r>
              <a:rPr lang="en-US"/>
              <a:t>Simple Slide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8CFF8C6-439E-44A6-9BDC-A6F28DDA25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1" y="1451811"/>
            <a:ext cx="5285872" cy="48770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72CC39E-4FFF-4CCB-AD88-4D786E556F4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3160" y="1451811"/>
            <a:ext cx="5285872" cy="48770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C915AE-C5C8-4A6F-8FF4-0ABDA5B47066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10611559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Any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609599" y="1"/>
            <a:ext cx="10982476" cy="1209523"/>
          </a:xfrm>
        </p:spPr>
        <p:txBody>
          <a:bodyPr/>
          <a:lstStyle/>
          <a:p>
            <a:r>
              <a:rPr lang="en-US"/>
              <a:t>Simple Slide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B6C6E8-42C3-4A1F-BB59-EF4B7F76FB04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23BB4A9-F421-61C8-4555-81B07B8DC7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1" y="1451811"/>
            <a:ext cx="5285872" cy="48770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F22FA07E-0749-0EDB-CBAC-F1D7E524A6F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3160" y="1451811"/>
            <a:ext cx="5285872" cy="48770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7088368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8355001-704C-4C10-815D-7693152212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1500718"/>
            <a:ext cx="6858000" cy="4828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599" y="1"/>
            <a:ext cx="7915124" cy="1209524"/>
          </a:xfrm>
        </p:spPr>
        <p:txBody>
          <a:bodyPr/>
          <a:lstStyle/>
          <a:p>
            <a:r>
              <a:rPr lang="en-US"/>
              <a:t>Simple Slide + Image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10250B1-824A-CC4A-9A13-92F03EBFAA8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936523" y="1500718"/>
            <a:ext cx="3645876" cy="4240607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133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DB34FA8-4ACC-46E6-97AD-086A76B74A7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37501" y="5848351"/>
            <a:ext cx="3644900" cy="48048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chemeClr val="accent6"/>
                </a:solidFill>
              </a:defRPr>
            </a:lvl1pPr>
            <a:lvl2pPr marL="311142" indent="0">
              <a:buNone/>
              <a:defRPr sz="1067"/>
            </a:lvl2pPr>
            <a:lvl3pPr marL="611701" indent="0">
              <a:buNone/>
              <a:defRPr sz="1067"/>
            </a:lvl3pPr>
            <a:lvl4pPr marL="918610" indent="0">
              <a:buNone/>
              <a:defRPr sz="1067"/>
            </a:lvl4pPr>
            <a:lvl5pPr marL="1219170" indent="0">
              <a:buNone/>
              <a:defRPr sz="1067"/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8A16C9-18E2-47B3-8252-696CD0EE14C0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39744117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932096-103A-4CD7-9B8E-116EDD3F44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0" y="527051"/>
            <a:ext cx="5486400" cy="2901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10250B1-824A-CC4A-9A13-92F03EBFAA8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00" y="3727939"/>
            <a:ext cx="3535680" cy="1980135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133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4F619479-75AC-A745-A352-0D743D62E3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28160" y="3727939"/>
            <a:ext cx="3535680" cy="1980135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133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FEC72F80-AAAF-2747-9B70-3072CB21FA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20" y="3727939"/>
            <a:ext cx="3535680" cy="1980135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133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8" name="Chart Placeholder 6">
            <a:extLst>
              <a:ext uri="{FF2B5EF4-FFF2-40B4-BE49-F238E27FC236}">
                <a16:creationId xmlns:a16="http://schemas.microsoft.com/office/drawing/2014/main" id="{EEADAD7D-0DCA-B946-BD57-8AFA7A8BDDF7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353909" y="526794"/>
            <a:ext cx="5228491" cy="290220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vert="horz"/>
          <a:lstStyle>
            <a:lvl1pPr marL="0" indent="0">
              <a:buNone/>
              <a:defRPr sz="16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C0D0F7-B8F0-4F72-9A30-CBED9FC951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1" y="5829301"/>
            <a:ext cx="3534833" cy="45512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chemeClr val="accent6"/>
                </a:solidFill>
              </a:defRPr>
            </a:lvl1pPr>
            <a:lvl2pPr marL="311142" indent="0">
              <a:buNone/>
              <a:defRPr sz="933">
                <a:solidFill>
                  <a:schemeClr val="accent6"/>
                </a:solidFill>
              </a:defRPr>
            </a:lvl2pPr>
            <a:lvl3pPr marL="611701" indent="0">
              <a:buNone/>
              <a:defRPr sz="933">
                <a:solidFill>
                  <a:schemeClr val="accent6"/>
                </a:solidFill>
              </a:defRPr>
            </a:lvl3pPr>
            <a:lvl4pPr marL="918610" indent="0">
              <a:buNone/>
              <a:defRPr sz="933">
                <a:solidFill>
                  <a:schemeClr val="accent6"/>
                </a:solidFill>
              </a:defRPr>
            </a:lvl4pPr>
            <a:lvl5pPr marL="1219170" indent="0">
              <a:buNone/>
              <a:defRPr sz="933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280900F6-3B3F-4F4A-8429-17E4076D24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29008" y="5821220"/>
            <a:ext cx="3534833" cy="45512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chemeClr val="accent6"/>
                </a:solidFill>
              </a:defRPr>
            </a:lvl1pPr>
            <a:lvl2pPr marL="311142" indent="0">
              <a:buNone/>
              <a:defRPr sz="933">
                <a:solidFill>
                  <a:schemeClr val="accent6"/>
                </a:solidFill>
              </a:defRPr>
            </a:lvl2pPr>
            <a:lvl3pPr marL="611701" indent="0">
              <a:buNone/>
              <a:defRPr sz="933">
                <a:solidFill>
                  <a:schemeClr val="accent6"/>
                </a:solidFill>
              </a:defRPr>
            </a:lvl3pPr>
            <a:lvl4pPr marL="918610" indent="0">
              <a:buNone/>
              <a:defRPr sz="933">
                <a:solidFill>
                  <a:schemeClr val="accent6"/>
                </a:solidFill>
              </a:defRPr>
            </a:lvl4pPr>
            <a:lvl5pPr marL="1219170" indent="0">
              <a:buNone/>
              <a:defRPr sz="933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2023008-9212-4632-B985-C05ACD7E15E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67041" y="5829301"/>
            <a:ext cx="3534833" cy="45512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chemeClr val="accent6"/>
                </a:solidFill>
              </a:defRPr>
            </a:lvl1pPr>
            <a:lvl2pPr marL="311142" indent="0">
              <a:buNone/>
              <a:defRPr sz="933">
                <a:solidFill>
                  <a:schemeClr val="accent6"/>
                </a:solidFill>
              </a:defRPr>
            </a:lvl2pPr>
            <a:lvl3pPr marL="611701" indent="0">
              <a:buNone/>
              <a:defRPr sz="933">
                <a:solidFill>
                  <a:schemeClr val="accent6"/>
                </a:solidFill>
              </a:defRPr>
            </a:lvl3pPr>
            <a:lvl4pPr marL="918610" indent="0">
              <a:buNone/>
              <a:defRPr sz="933">
                <a:solidFill>
                  <a:schemeClr val="accent6"/>
                </a:solidFill>
              </a:defRPr>
            </a:lvl4pPr>
            <a:lvl5pPr marL="1219170" indent="0">
              <a:buNone/>
              <a:defRPr sz="933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130C30-FD65-48E6-857B-DB0C44DBF507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18011753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EF4F54-F4DA-4D9C-B4E0-952F2ABC82EF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EF24A54-EB31-CA69-3F49-F6248CEE9D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1" y="585974"/>
            <a:ext cx="5285872" cy="57428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55997015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760447" y="3707711"/>
            <a:ext cx="6099972" cy="0"/>
          </a:xfrm>
          <a:prstGeom prst="line">
            <a:avLst/>
          </a:prstGeom>
          <a:ln w="28575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0EA876FD-5AF1-5B25-CC72-8782B20DC2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111" y="3948645"/>
            <a:ext cx="5133445" cy="1468735"/>
          </a:xfrm>
        </p:spPr>
        <p:txBody>
          <a:bodyPr>
            <a:noAutofit/>
          </a:bodyPr>
          <a:lstStyle>
            <a:lvl1pPr marL="0" indent="0">
              <a:spcBef>
                <a:spcPts val="533"/>
              </a:spcBef>
              <a:buNone/>
              <a:defRPr sz="2400" baseline="0">
                <a:solidFill>
                  <a:sysClr val="windowText" lastClr="000000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Subtitle or additional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0D164B1-6525-2545-28BA-96CA6335EF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0446" y="3150290"/>
            <a:ext cx="5146027" cy="330845"/>
          </a:xfrm>
          <a:noFill/>
        </p:spPr>
        <p:txBody>
          <a:bodyPr lIns="0" tIns="0" rIns="0" bIns="0" anchor="ctr" anchorCtr="0"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Transition Slide Title</a:t>
            </a:r>
          </a:p>
        </p:txBody>
      </p:sp>
    </p:spTree>
    <p:extLst>
      <p:ext uri="{BB962C8B-B14F-4D97-AF65-F5344CB8AC3E}">
        <p14:creationId xmlns:p14="http://schemas.microsoft.com/office/powerpoint/2010/main" val="6660675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60447" y="3707711"/>
            <a:ext cx="6099972" cy="0"/>
          </a:xfrm>
          <a:prstGeom prst="line">
            <a:avLst/>
          </a:prstGeom>
          <a:ln w="285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760111" y="3948645"/>
            <a:ext cx="5133445" cy="1468735"/>
          </a:xfrm>
        </p:spPr>
        <p:txBody>
          <a:bodyPr>
            <a:noAutofit/>
          </a:bodyPr>
          <a:lstStyle>
            <a:lvl1pPr marL="0" indent="0">
              <a:spcBef>
                <a:spcPts val="533"/>
              </a:spcBef>
              <a:buNone/>
              <a:defRPr sz="2400" baseline="0">
                <a:solidFill>
                  <a:srgbClr val="FFFFFF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Subtitle or additional text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8794D23-6074-4A1B-BA3A-739DFE96CA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0446" y="3150290"/>
            <a:ext cx="5146027" cy="330845"/>
          </a:xfrm>
          <a:noFill/>
        </p:spPr>
        <p:txBody>
          <a:bodyPr lIns="0" tIns="0" rIns="0" bIns="0" anchor="ctr" anchorCtr="0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Transition Slide Title</a:t>
            </a:r>
          </a:p>
        </p:txBody>
      </p:sp>
    </p:spTree>
    <p:extLst>
      <p:ext uri="{BB962C8B-B14F-4D97-AF65-F5344CB8AC3E}">
        <p14:creationId xmlns:p14="http://schemas.microsoft.com/office/powerpoint/2010/main" val="13728937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ing - 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>
            <a:lvl1pPr marL="0" indent="0" algn="ctr">
              <a:buNone/>
              <a:defRPr baseline="0"/>
            </a:lvl1pPr>
          </a:lstStyle>
          <a:p>
            <a:r>
              <a:rPr lang="en-US"/>
              <a:t>Insert a large image here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-1" y="2120900"/>
            <a:ext cx="7421039" cy="838200"/>
          </a:xfrm>
          <a:solidFill>
            <a:srgbClr val="000000">
              <a:alpha val="75000"/>
            </a:srgbClr>
          </a:solidFill>
        </p:spPr>
        <p:txBody>
          <a:bodyPr wrap="none" lIns="457200" tIns="36576" rIns="457200" bIns="91440" anchor="ctr" anchorCtr="0">
            <a:noAutofit/>
          </a:bodyPr>
          <a:lstStyle>
            <a:lvl1pPr marL="0" indent="0">
              <a:buNone/>
              <a:defRPr sz="480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Key Messaging Slide One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3042217"/>
            <a:ext cx="4997165" cy="838200"/>
          </a:xfrm>
          <a:solidFill>
            <a:srgbClr val="000000">
              <a:alpha val="75000"/>
            </a:srgbClr>
          </a:solidFill>
        </p:spPr>
        <p:txBody>
          <a:bodyPr wrap="none" lIns="457200" tIns="36576" rIns="457200" bIns="91440" anchor="ctr" anchorCtr="0">
            <a:noAutofit/>
          </a:bodyPr>
          <a:lstStyle>
            <a:lvl1pPr marL="0" indent="0">
              <a:buNone/>
              <a:defRPr sz="480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Transition 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9030D-4C76-415A-95F6-CB8F61DED0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585" y="6426201"/>
            <a:ext cx="3706284" cy="15308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  <a:lvl2pPr marL="311142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611701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91861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121917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</p:spTree>
    <p:extLst>
      <p:ext uri="{BB962C8B-B14F-4D97-AF65-F5344CB8AC3E}">
        <p14:creationId xmlns:p14="http://schemas.microsoft.com/office/powerpoint/2010/main" val="2814493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1428">
          <p15:clr>
            <a:srgbClr val="FBAE40"/>
          </p15:clr>
        </p15:guide>
        <p15:guide id="7" orient="horz" pos="1404">
          <p15:clr>
            <a:srgbClr val="FBAE40"/>
          </p15:clr>
        </p15:guide>
        <p15:guide id="8" orient="horz" pos="996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Slide -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0"/>
            <a:ext cx="4279652" cy="2265941"/>
          </a:xfrm>
        </p:spPr>
        <p:txBody>
          <a:bodyPr/>
          <a:lstStyle/>
          <a:p>
            <a:r>
              <a:rPr lang="en-US"/>
              <a:t>Data Slide: </a:t>
            </a:r>
            <a:br>
              <a:rPr lang="en-US"/>
            </a:br>
            <a:r>
              <a:rPr lang="en-US"/>
              <a:t>Keep Title Concise</a:t>
            </a:r>
          </a:p>
        </p:txBody>
      </p:sp>
      <p:sp>
        <p:nvSpPr>
          <p:cNvPr id="5" name="Chart Placeholder 6"/>
          <p:cNvSpPr>
            <a:spLocks noGrp="1"/>
          </p:cNvSpPr>
          <p:nvPr>
            <p:ph type="chart" sz="quarter" idx="11" hasCustomPrompt="1"/>
          </p:nvPr>
        </p:nvSpPr>
        <p:spPr>
          <a:xfrm>
            <a:off x="624418" y="2774774"/>
            <a:ext cx="2511385" cy="191481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10" name="Chart Placeholder 6"/>
          <p:cNvSpPr>
            <a:spLocks noGrp="1"/>
          </p:cNvSpPr>
          <p:nvPr>
            <p:ph type="chart" sz="quarter" idx="12" hasCustomPrompt="1"/>
          </p:nvPr>
        </p:nvSpPr>
        <p:spPr>
          <a:xfrm>
            <a:off x="9284800" y="2774774"/>
            <a:ext cx="2511385" cy="191481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11" name="Chart Placeholder 6"/>
          <p:cNvSpPr>
            <a:spLocks noGrp="1"/>
          </p:cNvSpPr>
          <p:nvPr>
            <p:ph type="chart" sz="quarter" idx="13" hasCustomPrompt="1"/>
          </p:nvPr>
        </p:nvSpPr>
        <p:spPr>
          <a:xfrm>
            <a:off x="6354569" y="2774774"/>
            <a:ext cx="2511385" cy="191481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12" name="Chart Placeholder 6"/>
          <p:cNvSpPr>
            <a:spLocks noGrp="1"/>
          </p:cNvSpPr>
          <p:nvPr>
            <p:ph type="chart" sz="quarter" idx="14" hasCustomPrompt="1"/>
          </p:nvPr>
        </p:nvSpPr>
        <p:spPr>
          <a:xfrm>
            <a:off x="3490746" y="2774774"/>
            <a:ext cx="2511385" cy="191481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BB44AFF9-5CA2-4EFB-B05E-64011B1C80D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5437" y="4885712"/>
            <a:ext cx="2510367" cy="1060451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F20737D2-3AF9-49C4-B984-BC8F45A24AF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90746" y="4885712"/>
            <a:ext cx="2510367" cy="1060451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8">
            <a:extLst>
              <a:ext uri="{FF2B5EF4-FFF2-40B4-BE49-F238E27FC236}">
                <a16:creationId xmlns:a16="http://schemas.microsoft.com/office/drawing/2014/main" id="{87788D4B-F605-40F2-A462-8A63E3AB856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418471" y="4885712"/>
            <a:ext cx="2510367" cy="1060451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BB32518-80C2-490A-8EDF-A9BC4D5EE0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37717" y="550843"/>
            <a:ext cx="6358467" cy="17150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30803C72-3ECE-47FE-AAFE-2FA8EAD7B66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284800" y="4885712"/>
            <a:ext cx="2511385" cy="106045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559408-3876-4B5B-BD71-E3C30A4C481E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1300989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Infographic 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8"/>
          <p:cNvSpPr>
            <a:spLocks noGrp="1"/>
          </p:cNvSpPr>
          <p:nvPr>
            <p:ph type="pic" sz="quarter" idx="49" hasCustomPrompt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r">
              <a:buNone/>
              <a:defRPr sz="2400"/>
            </a:lvl1pPr>
          </a:lstStyle>
          <a:p>
            <a:r>
              <a:rPr lang="en-US"/>
              <a:t>Insert a large image here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40"/>
          </p:nvPr>
        </p:nvSpPr>
        <p:spPr>
          <a:xfrm>
            <a:off x="0" y="3414950"/>
            <a:ext cx="12192000" cy="2644161"/>
          </a:xfrm>
          <a:prstGeom prst="rect">
            <a:avLst/>
          </a:prstGeom>
          <a:solidFill>
            <a:schemeClr val="accent5">
              <a:lumMod val="20000"/>
              <a:lumOff val="80000"/>
              <a:alpha val="85000"/>
            </a:schemeClr>
          </a:solidFill>
        </p:spPr>
        <p:txBody>
          <a:bodyPr vert="horz"/>
          <a:lstStyle>
            <a:lvl1pPr marL="0" indent="0" algn="ctr">
              <a:buNone/>
              <a:defRPr sz="133">
                <a:solidFill>
                  <a:srgbClr val="33333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itle 31"/>
          <p:cNvSpPr>
            <a:spLocks noGrp="1"/>
          </p:cNvSpPr>
          <p:nvPr>
            <p:ph type="title" hasCustomPrompt="1"/>
          </p:nvPr>
        </p:nvSpPr>
        <p:spPr>
          <a:xfrm>
            <a:off x="609600" y="0"/>
            <a:ext cx="4284680" cy="2272344"/>
          </a:xfrm>
        </p:spPr>
        <p:txBody>
          <a:bodyPr/>
          <a:lstStyle/>
          <a:p>
            <a:r>
              <a:rPr lang="en-US"/>
              <a:t>Messaging + Blue Infographic Content</a:t>
            </a:r>
          </a:p>
        </p:txBody>
      </p:sp>
      <p:sp>
        <p:nvSpPr>
          <p:cNvPr id="33" name="Picture Placeholder 24"/>
          <p:cNvSpPr>
            <a:spLocks noGrp="1" noChangeAspect="1"/>
          </p:cNvSpPr>
          <p:nvPr>
            <p:ph type="pic" sz="quarter" idx="50" hasCustomPrompt="1"/>
          </p:nvPr>
        </p:nvSpPr>
        <p:spPr>
          <a:xfrm>
            <a:off x="654244" y="2616060"/>
            <a:ext cx="1722576" cy="1722571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6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35" name="Picture Placeholder 24"/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2986149" y="2616060"/>
            <a:ext cx="1722576" cy="1722571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6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36" name="Picture Placeholder 24"/>
          <p:cNvSpPr>
            <a:spLocks noGrp="1" noChangeAspect="1"/>
          </p:cNvSpPr>
          <p:nvPr>
            <p:ph type="pic" sz="quarter" idx="52" hasCustomPrompt="1"/>
          </p:nvPr>
        </p:nvSpPr>
        <p:spPr>
          <a:xfrm>
            <a:off x="5234712" y="2616060"/>
            <a:ext cx="1722576" cy="1722571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6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37" name="Picture Placeholder 24"/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7567584" y="2616060"/>
            <a:ext cx="1722576" cy="1722571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6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38" name="Picture Placeholder 24"/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9782135" y="2616060"/>
            <a:ext cx="1722576" cy="1722571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6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5006D69-EA13-4B2D-9C01-B58C393770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585" y="6426201"/>
            <a:ext cx="3706284" cy="15308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  <a:lvl2pPr marL="311142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611701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91861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121917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47" hasCustomPrompt="1"/>
          </p:nvPr>
        </p:nvSpPr>
        <p:spPr>
          <a:xfrm>
            <a:off x="9782136" y="5057513"/>
            <a:ext cx="1782233" cy="760891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Autofit/>
          </a:bodyPr>
          <a:lstStyle>
            <a:lvl1pPr marL="0" indent="0" algn="ctr">
              <a:buNone/>
              <a:defRPr sz="1600" baseline="0">
                <a:solidFill>
                  <a:schemeClr val="tx1"/>
                </a:solidFill>
              </a:defRPr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48" hasCustomPrompt="1"/>
          </p:nvPr>
        </p:nvSpPr>
        <p:spPr>
          <a:xfrm>
            <a:off x="9782137" y="4519809"/>
            <a:ext cx="1782233" cy="43538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ctr">
              <a:buNone/>
              <a:defRPr sz="2400" baseline="0">
                <a:solidFill>
                  <a:schemeClr val="tx1"/>
                </a:solidFill>
              </a:defRPr>
            </a:lvl1pPr>
            <a:lvl2pPr marL="609585" indent="0">
              <a:buNone/>
              <a:defRPr sz="2933">
                <a:solidFill>
                  <a:srgbClr val="8DC63F"/>
                </a:solidFill>
              </a:defRPr>
            </a:lvl2pPr>
            <a:lvl3pPr marL="1219170" indent="0">
              <a:buNone/>
              <a:defRPr sz="2933">
                <a:solidFill>
                  <a:srgbClr val="8DC63F"/>
                </a:solidFill>
              </a:defRPr>
            </a:lvl3pPr>
            <a:lvl4pPr marL="1828754" indent="0">
              <a:buNone/>
              <a:defRPr sz="2933">
                <a:solidFill>
                  <a:srgbClr val="8DC63F"/>
                </a:solidFill>
              </a:defRPr>
            </a:lvl4pPr>
            <a:lvl5pPr marL="2438339" indent="0">
              <a:buNone/>
              <a:defRPr sz="2933">
                <a:solidFill>
                  <a:srgbClr val="8DC63F"/>
                </a:solidFill>
              </a:defRPr>
            </a:lvl5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45" hasCustomPrompt="1"/>
          </p:nvPr>
        </p:nvSpPr>
        <p:spPr>
          <a:xfrm>
            <a:off x="7540880" y="5057513"/>
            <a:ext cx="1782233" cy="760891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Autofit/>
          </a:bodyPr>
          <a:lstStyle>
            <a:lvl1pPr marL="0" indent="0" algn="ctr">
              <a:buNone/>
              <a:defRPr sz="1600" baseline="0">
                <a:solidFill>
                  <a:schemeClr val="tx1"/>
                </a:solidFill>
              </a:defRPr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46" hasCustomPrompt="1"/>
          </p:nvPr>
        </p:nvSpPr>
        <p:spPr>
          <a:xfrm>
            <a:off x="7540881" y="4519809"/>
            <a:ext cx="1782233" cy="43538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ctr">
              <a:buNone/>
              <a:defRPr sz="2400" baseline="0">
                <a:solidFill>
                  <a:schemeClr val="tx1"/>
                </a:solidFill>
              </a:defRPr>
            </a:lvl1pPr>
            <a:lvl2pPr marL="609585" indent="0">
              <a:buNone/>
              <a:defRPr sz="2933">
                <a:solidFill>
                  <a:srgbClr val="8DC63F"/>
                </a:solidFill>
              </a:defRPr>
            </a:lvl2pPr>
            <a:lvl3pPr marL="1219170" indent="0">
              <a:buNone/>
              <a:defRPr sz="2933">
                <a:solidFill>
                  <a:srgbClr val="8DC63F"/>
                </a:solidFill>
              </a:defRPr>
            </a:lvl3pPr>
            <a:lvl4pPr marL="1828754" indent="0">
              <a:buNone/>
              <a:defRPr sz="2933">
                <a:solidFill>
                  <a:srgbClr val="8DC63F"/>
                </a:solidFill>
              </a:defRPr>
            </a:lvl4pPr>
            <a:lvl5pPr marL="2438339" indent="0">
              <a:buNone/>
              <a:defRPr sz="2933">
                <a:solidFill>
                  <a:srgbClr val="8DC63F"/>
                </a:solidFill>
              </a:defRPr>
            </a:lvl5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43" hasCustomPrompt="1"/>
          </p:nvPr>
        </p:nvSpPr>
        <p:spPr>
          <a:xfrm>
            <a:off x="5241522" y="5057513"/>
            <a:ext cx="1782233" cy="760891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Autofit/>
          </a:bodyPr>
          <a:lstStyle>
            <a:lvl1pPr marL="0" indent="0" algn="ctr">
              <a:buNone/>
              <a:defRPr sz="1600" baseline="0">
                <a:solidFill>
                  <a:schemeClr val="tx1"/>
                </a:solidFill>
              </a:defRPr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22" name="Text Placeholder 17"/>
          <p:cNvSpPr>
            <a:spLocks noGrp="1"/>
          </p:cNvSpPr>
          <p:nvPr>
            <p:ph type="body" sz="quarter" idx="44" hasCustomPrompt="1"/>
          </p:nvPr>
        </p:nvSpPr>
        <p:spPr>
          <a:xfrm>
            <a:off x="5241524" y="4519809"/>
            <a:ext cx="1782233" cy="43538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ctr">
              <a:buNone/>
              <a:defRPr sz="2400" baseline="0">
                <a:solidFill>
                  <a:schemeClr val="tx1"/>
                </a:solidFill>
              </a:defRPr>
            </a:lvl1pPr>
            <a:lvl2pPr marL="609585" indent="0">
              <a:buNone/>
              <a:defRPr sz="2933">
                <a:solidFill>
                  <a:srgbClr val="8DC63F"/>
                </a:solidFill>
              </a:defRPr>
            </a:lvl2pPr>
            <a:lvl3pPr marL="1219170" indent="0">
              <a:buNone/>
              <a:defRPr sz="2933">
                <a:solidFill>
                  <a:srgbClr val="8DC63F"/>
                </a:solidFill>
              </a:defRPr>
            </a:lvl3pPr>
            <a:lvl4pPr marL="1828754" indent="0">
              <a:buNone/>
              <a:defRPr sz="2933">
                <a:solidFill>
                  <a:srgbClr val="8DC63F"/>
                </a:solidFill>
              </a:defRPr>
            </a:lvl4pPr>
            <a:lvl5pPr marL="2438339" indent="0">
              <a:buNone/>
              <a:defRPr sz="2933">
                <a:solidFill>
                  <a:srgbClr val="8DC63F"/>
                </a:solidFill>
              </a:defRPr>
            </a:lvl5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41" hasCustomPrompt="1"/>
          </p:nvPr>
        </p:nvSpPr>
        <p:spPr>
          <a:xfrm>
            <a:off x="2926493" y="5057513"/>
            <a:ext cx="1782233" cy="760891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Autofit/>
          </a:bodyPr>
          <a:lstStyle>
            <a:lvl1pPr marL="0" indent="0" algn="ctr">
              <a:buNone/>
              <a:defRPr sz="1600" baseline="0">
                <a:solidFill>
                  <a:schemeClr val="tx1"/>
                </a:solidFill>
              </a:defRPr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20" name="Text Placeholder 17"/>
          <p:cNvSpPr>
            <a:spLocks noGrp="1"/>
          </p:cNvSpPr>
          <p:nvPr>
            <p:ph type="body" sz="quarter" idx="42" hasCustomPrompt="1"/>
          </p:nvPr>
        </p:nvSpPr>
        <p:spPr>
          <a:xfrm>
            <a:off x="2926494" y="4519809"/>
            <a:ext cx="1782233" cy="43538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ctr">
              <a:buNone/>
              <a:defRPr sz="2400" baseline="0">
                <a:solidFill>
                  <a:schemeClr val="tx1"/>
                </a:solidFill>
              </a:defRPr>
            </a:lvl1pPr>
            <a:lvl2pPr marL="609585" indent="0">
              <a:buNone/>
              <a:defRPr sz="2933">
                <a:solidFill>
                  <a:srgbClr val="8DC63F"/>
                </a:solidFill>
              </a:defRPr>
            </a:lvl2pPr>
            <a:lvl3pPr marL="1219170" indent="0">
              <a:buNone/>
              <a:defRPr sz="2933">
                <a:solidFill>
                  <a:srgbClr val="8DC63F"/>
                </a:solidFill>
              </a:defRPr>
            </a:lvl3pPr>
            <a:lvl4pPr marL="1828754" indent="0">
              <a:buNone/>
              <a:defRPr sz="2933">
                <a:solidFill>
                  <a:srgbClr val="8DC63F"/>
                </a:solidFill>
              </a:defRPr>
            </a:lvl4pPr>
            <a:lvl5pPr marL="2438339" indent="0">
              <a:buNone/>
              <a:defRPr sz="2933">
                <a:solidFill>
                  <a:srgbClr val="8DC63F"/>
                </a:solidFill>
              </a:defRPr>
            </a:lvl5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EF547DDC-F696-4D14-A37E-2EF7474AC2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4418" y="4519809"/>
            <a:ext cx="1782233" cy="435380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1D542F68-27CA-4381-B06E-F293CB5998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4419" y="5057515"/>
            <a:ext cx="1782232" cy="760891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B0FA8B-B330-4468-BB80-FF22E50F5EEA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35523385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Infographic Larg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9B11AF2C-EBE2-41A1-A2E6-4146F22C102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0" y="1"/>
            <a:ext cx="12192000" cy="3577167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indent="0" algn="r">
              <a:buNone/>
              <a:defRPr sz="2133"/>
            </a:lvl1pPr>
          </a:lstStyle>
          <a:p>
            <a:r>
              <a:rPr lang="en-US"/>
              <a:t>Insert a large image here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40"/>
          </p:nvPr>
        </p:nvSpPr>
        <p:spPr>
          <a:xfrm>
            <a:off x="0" y="3577166"/>
            <a:ext cx="12192000" cy="3280833"/>
          </a:xfrm>
          <a:prstGeom prst="rect">
            <a:avLst/>
          </a:prstGeom>
          <a:solidFill>
            <a:schemeClr val="bg1"/>
          </a:solidFill>
        </p:spPr>
        <p:txBody>
          <a:bodyPr vert="horz"/>
          <a:lstStyle>
            <a:lvl1pPr marL="0" indent="0" algn="ctr">
              <a:buNone/>
              <a:defRPr sz="133">
                <a:solidFill>
                  <a:srgbClr val="33333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itle 31"/>
          <p:cNvSpPr>
            <a:spLocks noGrp="1"/>
          </p:cNvSpPr>
          <p:nvPr>
            <p:ph type="title" hasCustomPrompt="1"/>
          </p:nvPr>
        </p:nvSpPr>
        <p:spPr>
          <a:xfrm>
            <a:off x="609600" y="0"/>
            <a:ext cx="4284680" cy="2272344"/>
          </a:xfrm>
        </p:spPr>
        <p:txBody>
          <a:bodyPr/>
          <a:lstStyle/>
          <a:p>
            <a:r>
              <a:rPr lang="en-US"/>
              <a:t>Messaging + Blue Infographic Content</a:t>
            </a:r>
          </a:p>
        </p:txBody>
      </p:sp>
      <p:sp>
        <p:nvSpPr>
          <p:cNvPr id="33" name="Picture Placeholder 24"/>
          <p:cNvSpPr>
            <a:spLocks noGrp="1" noChangeAspect="1"/>
          </p:cNvSpPr>
          <p:nvPr>
            <p:ph type="pic" sz="quarter" idx="50" hasCustomPrompt="1"/>
          </p:nvPr>
        </p:nvSpPr>
        <p:spPr>
          <a:xfrm>
            <a:off x="654244" y="2616060"/>
            <a:ext cx="1722576" cy="1722571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6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35" name="Picture Placeholder 24"/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2986149" y="2616060"/>
            <a:ext cx="1722576" cy="1722571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6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36" name="Picture Placeholder 24"/>
          <p:cNvSpPr>
            <a:spLocks noGrp="1" noChangeAspect="1"/>
          </p:cNvSpPr>
          <p:nvPr>
            <p:ph type="pic" sz="quarter" idx="52" hasCustomPrompt="1"/>
          </p:nvPr>
        </p:nvSpPr>
        <p:spPr>
          <a:xfrm>
            <a:off x="5234712" y="2616060"/>
            <a:ext cx="1722576" cy="1722571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6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37" name="Picture Placeholder 24"/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7567584" y="2616060"/>
            <a:ext cx="1722576" cy="1722571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6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38" name="Picture Placeholder 24"/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9782135" y="2616060"/>
            <a:ext cx="1722576" cy="1722571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6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5006D69-EA13-4B2D-9C01-B58C393770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585" y="6426201"/>
            <a:ext cx="3706284" cy="15308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chemeClr val="accent6"/>
                </a:solidFill>
              </a:defRPr>
            </a:lvl1pPr>
            <a:lvl2pPr marL="311142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611701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91861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121917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47" hasCustomPrompt="1"/>
          </p:nvPr>
        </p:nvSpPr>
        <p:spPr>
          <a:xfrm>
            <a:off x="9782136" y="5057513"/>
            <a:ext cx="1782233" cy="760891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Autofit/>
          </a:bodyPr>
          <a:lstStyle>
            <a:lvl1pPr marL="0" indent="0" algn="ctr">
              <a:buNone/>
              <a:defRPr sz="1600" baseline="0">
                <a:solidFill>
                  <a:schemeClr val="tx1"/>
                </a:solidFill>
              </a:defRPr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48" hasCustomPrompt="1"/>
          </p:nvPr>
        </p:nvSpPr>
        <p:spPr>
          <a:xfrm>
            <a:off x="9782137" y="4519809"/>
            <a:ext cx="1782233" cy="43538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ctr">
              <a:buNone/>
              <a:defRPr sz="2400" baseline="0">
                <a:solidFill>
                  <a:schemeClr val="tx1"/>
                </a:solidFill>
              </a:defRPr>
            </a:lvl1pPr>
            <a:lvl2pPr marL="609585" indent="0">
              <a:buNone/>
              <a:defRPr sz="2933">
                <a:solidFill>
                  <a:srgbClr val="8DC63F"/>
                </a:solidFill>
              </a:defRPr>
            </a:lvl2pPr>
            <a:lvl3pPr marL="1219170" indent="0">
              <a:buNone/>
              <a:defRPr sz="2933">
                <a:solidFill>
                  <a:srgbClr val="8DC63F"/>
                </a:solidFill>
              </a:defRPr>
            </a:lvl3pPr>
            <a:lvl4pPr marL="1828754" indent="0">
              <a:buNone/>
              <a:defRPr sz="2933">
                <a:solidFill>
                  <a:srgbClr val="8DC63F"/>
                </a:solidFill>
              </a:defRPr>
            </a:lvl4pPr>
            <a:lvl5pPr marL="2438339" indent="0">
              <a:buNone/>
              <a:defRPr sz="2933">
                <a:solidFill>
                  <a:srgbClr val="8DC63F"/>
                </a:solidFill>
              </a:defRPr>
            </a:lvl5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45" hasCustomPrompt="1"/>
          </p:nvPr>
        </p:nvSpPr>
        <p:spPr>
          <a:xfrm>
            <a:off x="7540880" y="5057513"/>
            <a:ext cx="1782233" cy="760891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Autofit/>
          </a:bodyPr>
          <a:lstStyle>
            <a:lvl1pPr marL="0" indent="0" algn="ctr">
              <a:buNone/>
              <a:defRPr sz="1600" baseline="0">
                <a:solidFill>
                  <a:schemeClr val="tx1"/>
                </a:solidFill>
              </a:defRPr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46" hasCustomPrompt="1"/>
          </p:nvPr>
        </p:nvSpPr>
        <p:spPr>
          <a:xfrm>
            <a:off x="7540881" y="4519809"/>
            <a:ext cx="1782233" cy="43538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ctr">
              <a:buNone/>
              <a:defRPr sz="2400" baseline="0">
                <a:solidFill>
                  <a:schemeClr val="tx1"/>
                </a:solidFill>
              </a:defRPr>
            </a:lvl1pPr>
            <a:lvl2pPr marL="609585" indent="0">
              <a:buNone/>
              <a:defRPr sz="2933">
                <a:solidFill>
                  <a:srgbClr val="8DC63F"/>
                </a:solidFill>
              </a:defRPr>
            </a:lvl2pPr>
            <a:lvl3pPr marL="1219170" indent="0">
              <a:buNone/>
              <a:defRPr sz="2933">
                <a:solidFill>
                  <a:srgbClr val="8DC63F"/>
                </a:solidFill>
              </a:defRPr>
            </a:lvl3pPr>
            <a:lvl4pPr marL="1828754" indent="0">
              <a:buNone/>
              <a:defRPr sz="2933">
                <a:solidFill>
                  <a:srgbClr val="8DC63F"/>
                </a:solidFill>
              </a:defRPr>
            </a:lvl4pPr>
            <a:lvl5pPr marL="2438339" indent="0">
              <a:buNone/>
              <a:defRPr sz="2933">
                <a:solidFill>
                  <a:srgbClr val="8DC63F"/>
                </a:solidFill>
              </a:defRPr>
            </a:lvl5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43" hasCustomPrompt="1"/>
          </p:nvPr>
        </p:nvSpPr>
        <p:spPr>
          <a:xfrm>
            <a:off x="5241522" y="5057513"/>
            <a:ext cx="1782233" cy="760891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Autofit/>
          </a:bodyPr>
          <a:lstStyle>
            <a:lvl1pPr marL="0" indent="0" algn="ctr">
              <a:buNone/>
              <a:defRPr sz="1600" baseline="0">
                <a:solidFill>
                  <a:schemeClr val="tx1"/>
                </a:solidFill>
              </a:defRPr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22" name="Text Placeholder 17"/>
          <p:cNvSpPr>
            <a:spLocks noGrp="1"/>
          </p:cNvSpPr>
          <p:nvPr>
            <p:ph type="body" sz="quarter" idx="44" hasCustomPrompt="1"/>
          </p:nvPr>
        </p:nvSpPr>
        <p:spPr>
          <a:xfrm>
            <a:off x="5241524" y="4519809"/>
            <a:ext cx="1782233" cy="43538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ctr">
              <a:buNone/>
              <a:defRPr sz="2400" baseline="0">
                <a:solidFill>
                  <a:schemeClr val="tx1"/>
                </a:solidFill>
              </a:defRPr>
            </a:lvl1pPr>
            <a:lvl2pPr marL="609585" indent="0">
              <a:buNone/>
              <a:defRPr sz="2933">
                <a:solidFill>
                  <a:srgbClr val="8DC63F"/>
                </a:solidFill>
              </a:defRPr>
            </a:lvl2pPr>
            <a:lvl3pPr marL="1219170" indent="0">
              <a:buNone/>
              <a:defRPr sz="2933">
                <a:solidFill>
                  <a:srgbClr val="8DC63F"/>
                </a:solidFill>
              </a:defRPr>
            </a:lvl3pPr>
            <a:lvl4pPr marL="1828754" indent="0">
              <a:buNone/>
              <a:defRPr sz="2933">
                <a:solidFill>
                  <a:srgbClr val="8DC63F"/>
                </a:solidFill>
              </a:defRPr>
            </a:lvl4pPr>
            <a:lvl5pPr marL="2438339" indent="0">
              <a:buNone/>
              <a:defRPr sz="2933">
                <a:solidFill>
                  <a:srgbClr val="8DC63F"/>
                </a:solidFill>
              </a:defRPr>
            </a:lvl5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41" hasCustomPrompt="1"/>
          </p:nvPr>
        </p:nvSpPr>
        <p:spPr>
          <a:xfrm>
            <a:off x="2926493" y="5057513"/>
            <a:ext cx="1782233" cy="760891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Autofit/>
          </a:bodyPr>
          <a:lstStyle>
            <a:lvl1pPr marL="0" indent="0" algn="ctr">
              <a:buNone/>
              <a:defRPr sz="1600" baseline="0">
                <a:solidFill>
                  <a:schemeClr val="tx1"/>
                </a:solidFill>
              </a:defRPr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20" name="Text Placeholder 17"/>
          <p:cNvSpPr>
            <a:spLocks noGrp="1"/>
          </p:cNvSpPr>
          <p:nvPr>
            <p:ph type="body" sz="quarter" idx="42" hasCustomPrompt="1"/>
          </p:nvPr>
        </p:nvSpPr>
        <p:spPr>
          <a:xfrm>
            <a:off x="2926494" y="4519809"/>
            <a:ext cx="1782233" cy="43538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ctr">
              <a:buNone/>
              <a:defRPr sz="2400" baseline="0">
                <a:solidFill>
                  <a:schemeClr val="tx1"/>
                </a:solidFill>
              </a:defRPr>
            </a:lvl1pPr>
            <a:lvl2pPr marL="609585" indent="0">
              <a:buNone/>
              <a:defRPr sz="2933">
                <a:solidFill>
                  <a:srgbClr val="8DC63F"/>
                </a:solidFill>
              </a:defRPr>
            </a:lvl2pPr>
            <a:lvl3pPr marL="1219170" indent="0">
              <a:buNone/>
              <a:defRPr sz="2933">
                <a:solidFill>
                  <a:srgbClr val="8DC63F"/>
                </a:solidFill>
              </a:defRPr>
            </a:lvl3pPr>
            <a:lvl4pPr marL="1828754" indent="0">
              <a:buNone/>
              <a:defRPr sz="2933">
                <a:solidFill>
                  <a:srgbClr val="8DC63F"/>
                </a:solidFill>
              </a:defRPr>
            </a:lvl4pPr>
            <a:lvl5pPr marL="2438339" indent="0">
              <a:buNone/>
              <a:defRPr sz="2933">
                <a:solidFill>
                  <a:srgbClr val="8DC63F"/>
                </a:solidFill>
              </a:defRPr>
            </a:lvl5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EF547DDC-F696-4D14-A37E-2EF7474AC2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4418" y="4519809"/>
            <a:ext cx="1782233" cy="435380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1D542F68-27CA-4381-B06E-F293CB5998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4419" y="5057515"/>
            <a:ext cx="1782232" cy="760891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C495A5-6A79-42D1-9501-3481B5753125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159716096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Half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49" hasCustomPrompt="1"/>
          </p:nvPr>
        </p:nvSpPr>
        <p:spPr>
          <a:xfrm>
            <a:off x="0" y="1"/>
            <a:ext cx="12192000" cy="3577167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indent="0" algn="r">
              <a:buNone/>
              <a:defRPr sz="2133"/>
            </a:lvl1pPr>
          </a:lstStyle>
          <a:p>
            <a:r>
              <a:rPr lang="en-US"/>
              <a:t>Insert a large image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2847473"/>
            <a:ext cx="6582643" cy="730872"/>
          </a:xfrm>
        </p:spPr>
        <p:txBody>
          <a:bodyPr lIns="274320" tIns="118872" bIns="45720">
            <a:noAutofit/>
          </a:bodyPr>
          <a:lstStyle>
            <a:lvl1pPr algn="l">
              <a:defRPr/>
            </a:lvl1pPr>
          </a:lstStyle>
          <a:p>
            <a:pPr lvl="0"/>
            <a:r>
              <a:rPr lang="en-US"/>
              <a:t>Title: Content Slide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4B73B91-ED3C-4FB3-BF3A-127FF6200B68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609601" y="3924301"/>
            <a:ext cx="5364480" cy="234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AAC7818-041E-483D-B6B5-A5441FAD4511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6371900" y="3924301"/>
            <a:ext cx="5299171" cy="234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1B8A3555-C79D-42B2-BFE0-E200446047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585" y="6426201"/>
            <a:ext cx="3706284" cy="15308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chemeClr val="accent6"/>
                </a:solidFill>
              </a:defRPr>
            </a:lvl1pPr>
            <a:lvl2pPr marL="311142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611701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91861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121917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942666-E6BA-4BA3-9385-05926FE5819A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2536564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Half Blue - Half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4273551"/>
            <a:ext cx="12192000" cy="258540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0" y="0"/>
            <a:ext cx="12192000" cy="4273551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Insert Photo or Graphic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AF67F07-FC40-4A48-9D06-A0AE1C2B5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34" y="4715934"/>
            <a:ext cx="4411133" cy="1462617"/>
          </a:xfrm>
          <a:noFill/>
        </p:spPr>
        <p:txBody>
          <a:bodyPr lIns="0" tIns="0" rIns="0" bIns="0" anchor="t" anchorCtr="0">
            <a:noAutofit/>
          </a:bodyPr>
          <a:lstStyle>
            <a:lvl1pPr algn="l">
              <a:defRPr sz="3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9F8F470B-7468-4549-B5A7-39A947D7C0A6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473681" y="4715934"/>
            <a:ext cx="6189133" cy="1462617"/>
          </a:xfrm>
        </p:spPr>
        <p:txBody>
          <a:bodyPr lIns="0" tIns="0" rIns="0" bIns="0">
            <a:noAutofit/>
          </a:bodyPr>
          <a:lstStyle>
            <a:lvl1pPr>
              <a:defRPr sz="26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7B8E6B-B480-42E2-ABF7-01AB7B2EA9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585" y="6426201"/>
            <a:ext cx="3706284" cy="15308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  <a:lvl2pPr marL="311142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611701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91861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121917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7DB6FF-EB87-4DCF-8ECF-FDA3E4380AAA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>
                <a:solidFill>
                  <a:schemeClr val="bg1"/>
                </a:solidFill>
              </a:rPr>
              <a:t>NREL</a:t>
            </a:r>
            <a:r>
              <a:rPr lang="en-US" sz="1067" baseline="0">
                <a:solidFill>
                  <a:schemeClr val="bg1"/>
                </a:solidFill>
              </a:rPr>
              <a:t>    </a:t>
            </a:r>
            <a:r>
              <a:rPr lang="en-US" sz="1067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1067">
                <a:solidFill>
                  <a:schemeClr val="bg1"/>
                </a:solidFill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15852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Half Blue, Half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4272595"/>
            <a:ext cx="12192000" cy="258540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7" name="TextBox 26"/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>
                <a:solidFill>
                  <a:schemeClr val="bg1"/>
                </a:solidFill>
              </a:rPr>
              <a:t>NREL</a:t>
            </a:r>
            <a:r>
              <a:rPr lang="en-US" sz="1067" baseline="0">
                <a:solidFill>
                  <a:schemeClr val="bg1"/>
                </a:solidFill>
              </a:rPr>
              <a:t>    </a:t>
            </a:r>
            <a:r>
              <a:rPr lang="en-US" sz="1067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1067">
                <a:solidFill>
                  <a:schemeClr val="bg1"/>
                </a:solidFill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F8E801-C21C-E943-9A0D-715C66D645FB}"/>
              </a:ext>
            </a:extLst>
          </p:cNvPr>
          <p:cNvSpPr/>
          <p:nvPr userDrawn="1"/>
        </p:nvSpPr>
        <p:spPr>
          <a:xfrm>
            <a:off x="0" y="0"/>
            <a:ext cx="12192000" cy="427259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8B61296E-9FBE-4301-BA11-B3BFA380423F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639234" y="776817"/>
            <a:ext cx="6189133" cy="1462616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7D88D45-FB85-42C7-BC0A-8E60CF8D2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34" y="4715934"/>
            <a:ext cx="4411133" cy="1462617"/>
          </a:xfrm>
          <a:noFill/>
        </p:spPr>
        <p:txBody>
          <a:bodyPr lIns="0" tIns="0" rIns="0" bIns="0" anchor="t" anchorCtr="0">
            <a:noAutofit/>
          </a:bodyPr>
          <a:lstStyle>
            <a:lvl1pPr algn="l">
              <a:defRPr sz="3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63E3C2AA-2178-46D9-950C-DEA683349011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473681" y="4715934"/>
            <a:ext cx="6189133" cy="1462617"/>
          </a:xfrm>
        </p:spPr>
        <p:txBody>
          <a:bodyPr lIns="0" tIns="0" rIns="0" bIns="0">
            <a:noAutofit/>
          </a:bodyPr>
          <a:lstStyle>
            <a:lvl1pPr>
              <a:defRPr sz="26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02496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Half Blue, Half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4272595"/>
            <a:ext cx="12192000" cy="258540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7" name="TextBox 26"/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>
                <a:solidFill>
                  <a:schemeClr val="bg1"/>
                </a:solidFill>
              </a:rPr>
              <a:t>NREL</a:t>
            </a:r>
            <a:r>
              <a:rPr lang="en-US" sz="1067" baseline="0">
                <a:solidFill>
                  <a:schemeClr val="bg1"/>
                </a:solidFill>
              </a:rPr>
              <a:t>    </a:t>
            </a:r>
            <a:r>
              <a:rPr lang="en-US" sz="1067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1067">
                <a:solidFill>
                  <a:schemeClr val="bg1"/>
                </a:solidFill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D3272D3-1563-408A-9F95-5911769F6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34" y="4715934"/>
            <a:ext cx="4411133" cy="1462617"/>
          </a:xfrm>
          <a:noFill/>
        </p:spPr>
        <p:txBody>
          <a:bodyPr lIns="0" tIns="0" rIns="0" bIns="0" anchor="t" anchorCtr="0">
            <a:noAutofit/>
          </a:bodyPr>
          <a:lstStyle>
            <a:lvl1pPr algn="l">
              <a:defRPr sz="3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132C334E-AB79-46B6-A7C0-92FD37A3E81A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473681" y="4715934"/>
            <a:ext cx="6189133" cy="1462617"/>
          </a:xfrm>
        </p:spPr>
        <p:txBody>
          <a:bodyPr lIns="0" tIns="0" rIns="0" bIns="0">
            <a:noAutofit/>
          </a:bodyPr>
          <a:lstStyle>
            <a:lvl1pPr>
              <a:defRPr sz="26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C553F5F-3EDD-4319-AB33-64D58BC16251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639234" y="776817"/>
            <a:ext cx="6189133" cy="1462616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37357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5536819"/>
            <a:ext cx="12192000" cy="13211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7" name="TextBox 26"/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>
                <a:solidFill>
                  <a:schemeClr val="bg1"/>
                </a:solidFill>
              </a:rPr>
              <a:t>NREL</a:t>
            </a:r>
            <a:r>
              <a:rPr lang="en-US" sz="1067" baseline="0">
                <a:solidFill>
                  <a:schemeClr val="bg1"/>
                </a:solidFill>
              </a:rPr>
              <a:t>    </a:t>
            </a:r>
            <a:r>
              <a:rPr lang="en-US" sz="1067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1067">
                <a:solidFill>
                  <a:schemeClr val="bg1"/>
                </a:solidFill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F8E801-C21C-E943-9A0D-715C66D645FB}"/>
              </a:ext>
            </a:extLst>
          </p:cNvPr>
          <p:cNvSpPr/>
          <p:nvPr userDrawn="1"/>
        </p:nvSpPr>
        <p:spPr>
          <a:xfrm>
            <a:off x="0" y="0"/>
            <a:ext cx="12192000" cy="55368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75F658F-F273-41B3-ACB3-9D303C6C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34" y="5722711"/>
            <a:ext cx="4411133" cy="597879"/>
          </a:xfrm>
          <a:noFill/>
        </p:spPr>
        <p:txBody>
          <a:bodyPr lIns="0" tIns="0" rIns="0" bIns="0" anchor="t" anchorCtr="0">
            <a:noAutofit/>
          </a:bodyPr>
          <a:lstStyle>
            <a:lvl1pPr algn="l">
              <a:defRPr sz="3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CEE8785B-1579-4206-A28B-023A6726B47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473681" y="5722711"/>
            <a:ext cx="6189133" cy="597879"/>
          </a:xfrm>
        </p:spPr>
        <p:txBody>
          <a:bodyPr lIns="0" tIns="0" rIns="0">
            <a:noAutofit/>
          </a:bodyPr>
          <a:lstStyle>
            <a:lvl1pPr>
              <a:defRPr sz="26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204D3633-C450-4164-8D2F-BE6D20A86AFB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639234" y="776817"/>
            <a:ext cx="6189133" cy="1462616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982046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5536819"/>
            <a:ext cx="12192000" cy="13211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7" name="TextBox 26"/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>
                <a:solidFill>
                  <a:schemeClr val="bg1"/>
                </a:solidFill>
              </a:rPr>
              <a:t>NREL</a:t>
            </a:r>
            <a:r>
              <a:rPr lang="en-US" sz="1067" baseline="0">
                <a:solidFill>
                  <a:schemeClr val="bg1"/>
                </a:solidFill>
              </a:rPr>
              <a:t>    </a:t>
            </a:r>
            <a:r>
              <a:rPr lang="en-US" sz="1067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1067">
                <a:solidFill>
                  <a:schemeClr val="bg1"/>
                </a:solidFill>
              </a:rPr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9A29C17-CD58-45DF-9097-FE42DFA0C9BA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639234" y="776817"/>
            <a:ext cx="6189133" cy="1462616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E8F4E7E-5DA9-4FCD-81E6-17709791D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34" y="5722711"/>
            <a:ext cx="4411133" cy="597879"/>
          </a:xfrm>
          <a:noFill/>
        </p:spPr>
        <p:txBody>
          <a:bodyPr lIns="0" tIns="0" rIns="0" bIns="0" anchor="t" anchorCtr="0">
            <a:noAutofit/>
          </a:bodyPr>
          <a:lstStyle>
            <a:lvl1pPr algn="l">
              <a:defRPr sz="3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7816731-9E29-414B-8D8C-459C5DDF70CA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473681" y="5722711"/>
            <a:ext cx="6189133" cy="597879"/>
          </a:xfrm>
        </p:spPr>
        <p:txBody>
          <a:bodyPr lIns="0" tIns="0" rIns="0">
            <a:noAutofit/>
          </a:bodyPr>
          <a:lstStyle>
            <a:lvl1pPr>
              <a:defRPr sz="26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241654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3 blue,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4302269" y="0"/>
            <a:ext cx="7889731" cy="6858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Insert Photo or Graphic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430226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CE9686F-E66D-461E-AC4C-5FD554E27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313" y="677858"/>
            <a:ext cx="3377076" cy="1458917"/>
          </a:xfrm>
          <a:noFill/>
        </p:spPr>
        <p:txBody>
          <a:bodyPr lIns="0" tIns="0" rIns="0" bIns="0" anchor="t" anchorCtr="0">
            <a:noAutofit/>
          </a:bodyPr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FEAFBE5-A2CC-4689-9FFD-B895D746077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96313" y="4754570"/>
            <a:ext cx="3377076" cy="1462617"/>
          </a:xfrm>
        </p:spPr>
        <p:txBody>
          <a:bodyPr lIns="0" tIns="0" rIns="0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353CEC3-6EC4-475E-BC6F-CDEAD6DA57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18683" y="6426200"/>
            <a:ext cx="2872259" cy="29633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  <a:lvl2pPr marL="311142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611701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91861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121917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EAC62B-7310-47D6-9359-E5D24156885B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340794351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,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1999130" y="0"/>
            <a:ext cx="10192871" cy="6858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Insert Photo or Graphic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-1" y="0"/>
            <a:ext cx="1999488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B01E338-5424-4983-A800-966422B360D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381398" y="674158"/>
            <a:ext cx="1314559" cy="1462617"/>
          </a:xfrm>
        </p:spPr>
        <p:txBody>
          <a:bodyPr lIns="0" tIns="0" rIns="0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381708-CFBE-4024-B01B-9BC2A5E379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68153" y="6426201"/>
            <a:ext cx="3706284" cy="15308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  <a:lvl2pPr marL="311142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611701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91861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121917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5CDAAA-C35B-48B2-BD8C-7369EBD583BC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368857861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 blue tab,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999744" y="0"/>
            <a:ext cx="11192257" cy="6858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Insert Photo or Graphic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-1" y="0"/>
            <a:ext cx="999744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E894BAA-0327-4892-AB75-34DCB16A20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23547" y="6426201"/>
            <a:ext cx="3706284" cy="15308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  <a:lvl2pPr marL="311142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611701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91861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121917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181EF6-685D-46DE-AF7F-0DF7D11B2C8E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286841695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3 blu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808AC53-C403-F042-A661-2863C5AB400C}"/>
              </a:ext>
            </a:extLst>
          </p:cNvPr>
          <p:cNvSpPr/>
          <p:nvPr userDrawn="1"/>
        </p:nvSpPr>
        <p:spPr>
          <a:xfrm>
            <a:off x="4302269" y="0"/>
            <a:ext cx="7889731" cy="6858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430226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BB39BF4-7072-4553-86C8-12D7D9B7A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313" y="677858"/>
            <a:ext cx="3377076" cy="1458917"/>
          </a:xfrm>
          <a:noFill/>
        </p:spPr>
        <p:txBody>
          <a:bodyPr lIns="0" tIns="0" rIns="0" bIns="0" anchor="t" anchorCtr="0">
            <a:noAutofit/>
          </a:bodyPr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48A3C2C8-5527-42F5-9909-F7B9C0E6339B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96313" y="4754570"/>
            <a:ext cx="3377076" cy="1462617"/>
          </a:xfrm>
        </p:spPr>
        <p:txBody>
          <a:bodyPr lIns="0" tIns="0" rIns="0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8EFFE661-D7A3-4C37-B357-433187842507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152166" y="674156"/>
            <a:ext cx="6189133" cy="1462616"/>
          </a:xfrm>
        </p:spPr>
        <p:txBody>
          <a:bodyPr lIns="0" tIns="0" rIns="0" bIns="0">
            <a:noAutofit/>
          </a:bodyPr>
          <a:lstStyle>
            <a:lvl1pPr>
              <a:defRPr sz="26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01A6DE7-AAD0-4A4E-B557-F4429278F3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40649" y="6426200"/>
            <a:ext cx="3015049" cy="29633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  <a:lvl2pPr marL="311142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611701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91861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121917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7CC4F1-00FC-4311-AF79-1802497457A6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55444105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808AC53-C403-F042-A661-2863C5AB400C}"/>
              </a:ext>
            </a:extLst>
          </p:cNvPr>
          <p:cNvSpPr/>
          <p:nvPr userDrawn="1"/>
        </p:nvSpPr>
        <p:spPr>
          <a:xfrm>
            <a:off x="1999486" y="0"/>
            <a:ext cx="10192513" cy="6858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E2A80C-EB6E-8C4C-AB43-79FC52672C2F}"/>
              </a:ext>
            </a:extLst>
          </p:cNvPr>
          <p:cNvSpPr/>
          <p:nvPr userDrawn="1"/>
        </p:nvSpPr>
        <p:spPr>
          <a:xfrm>
            <a:off x="-1" y="0"/>
            <a:ext cx="1999488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4416F83-5359-4C05-92E2-A54A5BC136E6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381398" y="674158"/>
            <a:ext cx="1314559" cy="1462617"/>
          </a:xfrm>
        </p:spPr>
        <p:txBody>
          <a:bodyPr lIns="0" tIns="0" rIns="0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797EB37-03F4-449B-B968-0A9F893D5E0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849383" y="674156"/>
            <a:ext cx="6189133" cy="1462616"/>
          </a:xfrm>
        </p:spPr>
        <p:txBody>
          <a:bodyPr lIns="0" tIns="0" rIns="0" bIns="0">
            <a:noAutofit/>
          </a:bodyPr>
          <a:lstStyle>
            <a:lvl1pPr>
              <a:defRPr sz="26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C85E41-401E-49BC-B5A2-7887664F9790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8565684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blue tab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808AC53-C403-F042-A661-2863C5AB400C}"/>
              </a:ext>
            </a:extLst>
          </p:cNvPr>
          <p:cNvSpPr/>
          <p:nvPr userDrawn="1"/>
        </p:nvSpPr>
        <p:spPr>
          <a:xfrm>
            <a:off x="999744" y="0"/>
            <a:ext cx="11192257" cy="6858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FB4065-B034-894F-B2AD-10DA51A4FF51}"/>
              </a:ext>
            </a:extLst>
          </p:cNvPr>
          <p:cNvSpPr/>
          <p:nvPr userDrawn="1"/>
        </p:nvSpPr>
        <p:spPr>
          <a:xfrm>
            <a:off x="-1" y="0"/>
            <a:ext cx="999744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BD73797-8DC2-4888-96F8-44B5CE03FB5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1850446" y="674156"/>
            <a:ext cx="6189133" cy="1462616"/>
          </a:xfrm>
        </p:spPr>
        <p:txBody>
          <a:bodyPr lIns="0" tIns="0" rIns="0" bIns="0">
            <a:noAutofit/>
          </a:bodyPr>
          <a:lstStyle>
            <a:lvl1pPr>
              <a:defRPr sz="26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8220E5-F183-4B1B-9463-96A0D048837E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125110771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3 blue,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430226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2FC609E-E5EB-42F9-A09F-B6807E62F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313" y="677858"/>
            <a:ext cx="3377076" cy="1458917"/>
          </a:xfrm>
          <a:noFill/>
        </p:spPr>
        <p:txBody>
          <a:bodyPr lIns="0" tIns="0" rIns="0" bIns="0" anchor="t" anchorCtr="0">
            <a:noAutofit/>
          </a:bodyPr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AE61CD02-384F-41F5-A8FD-59ECE04C4831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96313" y="4754570"/>
            <a:ext cx="3377076" cy="1462617"/>
          </a:xfrm>
        </p:spPr>
        <p:txBody>
          <a:bodyPr lIns="0" tIns="0" rIns="0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4F110FF-8AA0-4EAA-B648-1E56466C209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152166" y="674156"/>
            <a:ext cx="6189133" cy="1462616"/>
          </a:xfrm>
        </p:spPr>
        <p:txBody>
          <a:bodyPr lIns="0" tIns="0" rIns="0" bIns="0">
            <a:noAutofit/>
          </a:bodyPr>
          <a:lstStyle>
            <a:lvl1pPr>
              <a:defRPr sz="26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3227A7-82E2-4D9A-A584-E7E37A3FB4A3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376436309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,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8E2A80C-EB6E-8C4C-AB43-79FC52672C2F}"/>
              </a:ext>
            </a:extLst>
          </p:cNvPr>
          <p:cNvSpPr/>
          <p:nvPr userDrawn="1"/>
        </p:nvSpPr>
        <p:spPr>
          <a:xfrm>
            <a:off x="-1" y="0"/>
            <a:ext cx="1999488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6573A4F-2CB6-4CEF-A4D8-B1AAA0FF13BB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381398" y="674158"/>
            <a:ext cx="1314559" cy="1462617"/>
          </a:xfrm>
        </p:spPr>
        <p:txBody>
          <a:bodyPr lIns="0" tIns="0" rIns="0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997782B-AD07-41D8-8B1A-C80B79091418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849383" y="674156"/>
            <a:ext cx="6189133" cy="1462616"/>
          </a:xfrm>
        </p:spPr>
        <p:txBody>
          <a:bodyPr lIns="0" tIns="0" rIns="0" bIns="0">
            <a:noAutofit/>
          </a:bodyPr>
          <a:lstStyle>
            <a:lvl1pPr>
              <a:defRPr sz="26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137B0C-141B-4185-882F-5FD7FBC92F81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212562809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blue tab,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F46C4D-EA55-834D-A1ED-486FAB3B53C7}"/>
              </a:ext>
            </a:extLst>
          </p:cNvPr>
          <p:cNvSpPr/>
          <p:nvPr userDrawn="1"/>
        </p:nvSpPr>
        <p:spPr>
          <a:xfrm>
            <a:off x="-1" y="0"/>
            <a:ext cx="999744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90E8073-CA3E-42B8-B107-F7F3B0E99B6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1829606" y="674156"/>
            <a:ext cx="6189133" cy="1462616"/>
          </a:xfrm>
        </p:spPr>
        <p:txBody>
          <a:bodyPr lIns="0" tIns="0" rIns="0" bIns="0">
            <a:noAutofit/>
          </a:bodyPr>
          <a:lstStyle>
            <a:lvl1pPr>
              <a:defRPr sz="26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10D039-6F25-4D7F-A1B2-C7BC615D8CF5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28575978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3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1DB3D14-BFC4-4C29-BE5D-18FBB4F2C07F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4302269" y="3429000"/>
            <a:ext cx="7889731" cy="3429000"/>
          </a:xfrm>
          <a:solidFill>
            <a:schemeClr val="accent5">
              <a:lumMod val="40000"/>
              <a:lumOff val="60000"/>
            </a:schemeClr>
          </a:solidFill>
        </p:spPr>
        <p:txBody>
          <a:bodyPr lIns="365760" tIns="365760" rIns="365760" bIns="640080">
            <a:noAutofit/>
          </a:bodyPr>
          <a:lstStyle>
            <a:lvl1pPr>
              <a:defRPr sz="2133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4302269" y="0"/>
            <a:ext cx="7889731" cy="34290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Insert Photo or Graphic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430226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851FF74-53AF-4E33-80F9-457409946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313" y="677858"/>
            <a:ext cx="3377076" cy="1458917"/>
          </a:xfrm>
          <a:noFill/>
        </p:spPr>
        <p:txBody>
          <a:bodyPr lIns="0" tIns="0" rIns="0" bIns="0" anchor="t" anchorCtr="0">
            <a:noAutofit/>
          </a:bodyPr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F5F0C832-C7C5-4486-9378-170412966127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496313" y="4754570"/>
            <a:ext cx="3377076" cy="1462617"/>
          </a:xfrm>
        </p:spPr>
        <p:txBody>
          <a:bodyPr lIns="0" tIns="0" rIns="0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01FA3E5-6B69-47D6-AC2C-0A3EE57C62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72454" y="3021227"/>
            <a:ext cx="3706284" cy="15308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  <a:lvl2pPr marL="311142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611701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91861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121917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8633F0-074F-4ADC-A423-ED3E68DB0839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203505846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3 area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1999487" y="0"/>
            <a:ext cx="10192513" cy="34290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Insert Photo or Graphic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BA21AF-1C86-484E-8C81-8214908BC04B}"/>
              </a:ext>
            </a:extLst>
          </p:cNvPr>
          <p:cNvSpPr/>
          <p:nvPr userDrawn="1"/>
        </p:nvSpPr>
        <p:spPr>
          <a:xfrm>
            <a:off x="-1" y="0"/>
            <a:ext cx="1999488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D96F0B2-5872-40E4-9356-5C5638EB0DEA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381398" y="674158"/>
            <a:ext cx="1314559" cy="1462617"/>
          </a:xfrm>
        </p:spPr>
        <p:txBody>
          <a:bodyPr lIns="0" tIns="0" rIns="0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CFDCF95-9E2A-488A-8D75-76A4250D16D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1999485" y="3429000"/>
            <a:ext cx="10192515" cy="3429000"/>
          </a:xfrm>
          <a:solidFill>
            <a:schemeClr val="accent5">
              <a:lumMod val="40000"/>
              <a:lumOff val="60000"/>
            </a:schemeClr>
          </a:solidFill>
        </p:spPr>
        <p:txBody>
          <a:bodyPr lIns="365760" tIns="365760" rIns="365760" bIns="640080">
            <a:noAutofit/>
          </a:bodyPr>
          <a:lstStyle>
            <a:lvl1pPr>
              <a:defRPr sz="2133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9D135D2-A06F-4E50-B3ED-9CD4BED017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73726" y="3021227"/>
            <a:ext cx="3706284" cy="15308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  <a:lvl2pPr marL="311142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611701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91861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121917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A9733F-3F7B-4D8F-853F-440538FE93A2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267118785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split with t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999744" y="0"/>
            <a:ext cx="11192257" cy="34290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Insert Photo or Graphic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9804E5-74BF-BD47-85E5-EA49688872F8}"/>
              </a:ext>
            </a:extLst>
          </p:cNvPr>
          <p:cNvSpPr/>
          <p:nvPr userDrawn="1"/>
        </p:nvSpPr>
        <p:spPr>
          <a:xfrm>
            <a:off x="-1" y="0"/>
            <a:ext cx="999744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A4C0550-2567-47B0-A842-34A8EA4E4C4F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1002728" y="3429000"/>
            <a:ext cx="11189272" cy="3429000"/>
          </a:xfrm>
          <a:solidFill>
            <a:schemeClr val="accent5">
              <a:lumMod val="40000"/>
              <a:lumOff val="60000"/>
            </a:schemeClr>
          </a:solidFill>
        </p:spPr>
        <p:txBody>
          <a:bodyPr lIns="365760" tIns="365760" rIns="365760" bIns="640080">
            <a:noAutofit/>
          </a:bodyPr>
          <a:lstStyle>
            <a:lvl1pPr>
              <a:defRPr sz="2133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5B4E80E-CF6A-4FCA-A4C8-4130DC4464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44369" y="2999261"/>
            <a:ext cx="3706284" cy="15308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  <a:lvl2pPr marL="311142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611701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91861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1219170" indent="0">
              <a:buNone/>
              <a:defRPr sz="933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A69AF5-2846-4519-A275-D6D6970A3A9A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221041420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3 area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B5C8110-81AE-49F3-BBD8-142931272FF6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4302269" y="3429000"/>
            <a:ext cx="7889731" cy="3429000"/>
          </a:xfrm>
          <a:solidFill>
            <a:schemeClr val="accent5">
              <a:lumMod val="40000"/>
              <a:lumOff val="60000"/>
            </a:schemeClr>
          </a:solidFill>
        </p:spPr>
        <p:txBody>
          <a:bodyPr lIns="365760" tIns="365760" rIns="365760" bIns="640080">
            <a:noAutofit/>
          </a:bodyPr>
          <a:lstStyle>
            <a:lvl1pPr>
              <a:defRPr sz="2133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430226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DA4E00E-726E-4ABB-8C3F-7155D675B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313" y="677858"/>
            <a:ext cx="3377076" cy="1458917"/>
          </a:xfrm>
          <a:noFill/>
        </p:spPr>
        <p:txBody>
          <a:bodyPr lIns="0" tIns="0" rIns="0" bIns="0" anchor="t" anchorCtr="0">
            <a:noAutofit/>
          </a:bodyPr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D90A1BFF-6D05-4A9C-A858-9C073D5A49AA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496313" y="4754570"/>
            <a:ext cx="3377076" cy="1462617"/>
          </a:xfrm>
        </p:spPr>
        <p:txBody>
          <a:bodyPr lIns="0" tIns="0" rIns="0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A7A34F1A-F0DB-40F2-B360-EACF6348CA2D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845522" y="674156"/>
            <a:ext cx="6189133" cy="1462616"/>
          </a:xfrm>
        </p:spPr>
        <p:txBody>
          <a:bodyPr lIns="0" tIns="0" rIns="0" bIns="0">
            <a:noAutofit/>
          </a:bodyPr>
          <a:lstStyle>
            <a:lvl1pPr>
              <a:defRPr sz="26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DD00DC-1411-4EB7-8452-D263842DBD7D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384994418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3 areas,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940D2F-968F-4065-A8A6-22BEF1CDF69E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000251" y="3429000"/>
            <a:ext cx="10191749" cy="3429000"/>
          </a:xfrm>
          <a:solidFill>
            <a:schemeClr val="accent5">
              <a:lumMod val="40000"/>
              <a:lumOff val="60000"/>
            </a:schemeClr>
          </a:solidFill>
        </p:spPr>
        <p:txBody>
          <a:bodyPr lIns="365760" tIns="365760" rIns="365760" bIns="640080">
            <a:noAutofit/>
          </a:bodyPr>
          <a:lstStyle>
            <a:lvl1pPr>
              <a:defRPr sz="2133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AAD8C3-A811-7F49-ABE6-460F673A0377}"/>
              </a:ext>
            </a:extLst>
          </p:cNvPr>
          <p:cNvSpPr/>
          <p:nvPr userDrawn="1"/>
        </p:nvSpPr>
        <p:spPr>
          <a:xfrm>
            <a:off x="-1" y="0"/>
            <a:ext cx="1999488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DF97728-FC1C-40CE-8164-4E759FAAE1F6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381398" y="674158"/>
            <a:ext cx="1314559" cy="1462617"/>
          </a:xfrm>
        </p:spPr>
        <p:txBody>
          <a:bodyPr lIns="0" tIns="0" rIns="0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A16ECC7-95B6-4155-96E7-F0FFF0626F7E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63318" y="674156"/>
            <a:ext cx="6189133" cy="1462616"/>
          </a:xfrm>
        </p:spPr>
        <p:txBody>
          <a:bodyPr lIns="0" tIns="0" rIns="0" bIns="0">
            <a:noAutofit/>
          </a:bodyPr>
          <a:lstStyle>
            <a:lvl1pPr>
              <a:defRPr sz="26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63C21C-3060-49FB-8CE1-84138A3A61B7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1933327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Split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940D2F-968F-4065-A8A6-22BEF1CDF69E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999744" y="3429000"/>
            <a:ext cx="11192257" cy="3429000"/>
          </a:xfrm>
          <a:solidFill>
            <a:schemeClr val="accent5">
              <a:lumMod val="40000"/>
              <a:lumOff val="60000"/>
            </a:schemeClr>
          </a:solidFill>
        </p:spPr>
        <p:txBody>
          <a:bodyPr lIns="365760" tIns="365760" rIns="365760" bIns="640080">
            <a:noAutofit/>
          </a:bodyPr>
          <a:lstStyle>
            <a:lvl1pPr>
              <a:defRPr sz="2133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A16ECC7-95B6-4155-96E7-F0FFF0626F7E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1474125" y="674156"/>
            <a:ext cx="7278327" cy="1462616"/>
          </a:xfrm>
        </p:spPr>
        <p:txBody>
          <a:bodyPr lIns="0" tIns="0" rIns="0" bIns="0">
            <a:noAutofit/>
          </a:bodyPr>
          <a:lstStyle>
            <a:lvl1pPr>
              <a:defRPr sz="26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87FD9B-4A46-4188-9F66-F09E1C0537B3}"/>
              </a:ext>
            </a:extLst>
          </p:cNvPr>
          <p:cNvSpPr/>
          <p:nvPr userDrawn="1"/>
        </p:nvSpPr>
        <p:spPr>
          <a:xfrm>
            <a:off x="-1" y="0"/>
            <a:ext cx="999744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B8D80D-673F-49CE-9B49-542071ED92C3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2785667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Slide - Multi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Photo Slide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1" hasCustomPrompt="1"/>
          </p:nvPr>
        </p:nvSpPr>
        <p:spPr>
          <a:xfrm>
            <a:off x="609600" y="1855841"/>
            <a:ext cx="5497435" cy="295505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vert="horz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/>
            </a:lvl1pPr>
          </a:lstStyle>
          <a:p>
            <a:r>
              <a:rPr lang="en-US"/>
              <a:t>Insert Photo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22" hasCustomPrompt="1"/>
          </p:nvPr>
        </p:nvSpPr>
        <p:spPr>
          <a:xfrm>
            <a:off x="6433744" y="243840"/>
            <a:ext cx="5162664" cy="24471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vert="horz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/>
            </a:lvl1pPr>
          </a:lstStyle>
          <a:p>
            <a:r>
              <a:rPr lang="en-US"/>
              <a:t>Insert Photo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23" hasCustomPrompt="1"/>
          </p:nvPr>
        </p:nvSpPr>
        <p:spPr>
          <a:xfrm>
            <a:off x="6433744" y="3306596"/>
            <a:ext cx="5162664" cy="260268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vert="horz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/>
            </a:lvl1pPr>
          </a:lstStyle>
          <a:p>
            <a:r>
              <a:rPr lang="en-US"/>
              <a:t>Insert Photo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70C75BF-C07C-47CD-BC98-DC5F9CA1E633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609600" y="5370198"/>
            <a:ext cx="5496984" cy="967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D7D123A-BFAA-4E7B-B179-5688121C54F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09600" y="4931717"/>
            <a:ext cx="5496984" cy="28786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DF822E2-A016-4350-A90C-517C3974F4D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434667" y="2781994"/>
            <a:ext cx="5162551" cy="28717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344F37C-48C1-4A08-9DB4-76F621838FAD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434667" y="5996518"/>
            <a:ext cx="5162551" cy="34078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" i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479964-3818-4F74-92D3-AD8F0D61924C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279136647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ization/Peop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29BD-0885-4573-99C8-4157FC9C40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75688" y="2123756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06213BBD-3855-4B0B-8A84-51E9FC1372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707627" y="2123755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67D606CB-34C0-401F-875B-BEEEDC0345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9565" y="2123753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61B2D16-15AF-42DD-BA50-78E34CF626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71504" y="2123752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22A3C1B0-1F07-463E-92DE-7FE5C13FEC5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03443" y="2123751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7847C206-E8D5-4795-A08D-E50DEA08FF0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35381" y="2123749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6C1C3C0A-A4E2-4436-8A46-289CEC4F77E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367320" y="2123748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BDF8D528-E9EA-4E35-8491-F6A99789128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499259" y="2123747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21D1C5A0-CC5F-476B-B4BA-09FD03598BB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31197" y="2123745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CA0A3023-3E60-4D2C-A931-CC328FE9FE1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763136" y="2123744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24671-09ED-4FA8-983D-EAD721B0D1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5301" y="3091961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FF7F23A-1789-43BF-B20F-65A7ECB89F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5301" y="350960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9C0580B-145C-42FD-AA24-171E95A5D6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27239" y="3091961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3A792742-716F-429B-A7B2-985D160C97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27239" y="350960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25B8AE-4C6F-454E-88CF-0FBA4D1E3CE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59178" y="3091961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272C8DB5-CC3D-4211-BD80-67AF8CD8F87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59178" y="350960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192D8796-494D-46E1-BB4E-702BA3AF11B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891117" y="3091961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B459A2-2E74-4103-9617-5F6B5F60CA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91117" y="350960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0FEAE40C-B15B-406F-B301-2122D5E97BB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23055" y="3091961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8734984E-F8D3-4C71-AE4B-7FCB18E02F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023055" y="350960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679171E4-ECF2-4F6C-AF1D-338215896F8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54994" y="3091961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251809F2-386E-41F8-9724-BC4D70B0152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54994" y="350960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95055070-C0E0-4AED-A9A4-78BE4ECD66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286933" y="3091961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6C5032EB-34C8-4285-BB30-E7E2D0BB72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286933" y="350960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FDC5A0C0-AA66-40BE-B5B4-DBA6456BB25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418871" y="3091961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82125138-D56F-49B0-9B8B-7D74BAD1FCA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418871" y="350960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7AB0C0AB-3AF1-4A3A-B3D2-CF2E51B568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550810" y="3091961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077718C7-54C4-4992-BA81-1584EEBDF79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50810" y="350960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3D74D20D-C671-4447-B31D-667B7696D6D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2749" y="3091961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2C6140A0-C70B-40E0-B1BB-0E20C267AFF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2749" y="350960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67" name="Picture Placeholder 5">
            <a:extLst>
              <a:ext uri="{FF2B5EF4-FFF2-40B4-BE49-F238E27FC236}">
                <a16:creationId xmlns:a16="http://schemas.microsoft.com/office/drawing/2014/main" id="{AFF61686-D651-41DC-80B3-15BC8C883188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575688" y="4275396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8" name="Picture Placeholder 5">
            <a:extLst>
              <a:ext uri="{FF2B5EF4-FFF2-40B4-BE49-F238E27FC236}">
                <a16:creationId xmlns:a16="http://schemas.microsoft.com/office/drawing/2014/main" id="{45A17B8C-890F-4D15-B663-D63CB5DA7A2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707627" y="4275395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9" name="Picture Placeholder 5">
            <a:extLst>
              <a:ext uri="{FF2B5EF4-FFF2-40B4-BE49-F238E27FC236}">
                <a16:creationId xmlns:a16="http://schemas.microsoft.com/office/drawing/2014/main" id="{B3B0BC5C-C645-4CC6-BDB7-28346D701A5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839565" y="4275393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0" name="Picture Placeholder 5">
            <a:extLst>
              <a:ext uri="{FF2B5EF4-FFF2-40B4-BE49-F238E27FC236}">
                <a16:creationId xmlns:a16="http://schemas.microsoft.com/office/drawing/2014/main" id="{80487772-0E40-4BFF-B691-18C353E4597C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3971504" y="4275392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1" name="Picture Placeholder 5">
            <a:extLst>
              <a:ext uri="{FF2B5EF4-FFF2-40B4-BE49-F238E27FC236}">
                <a16:creationId xmlns:a16="http://schemas.microsoft.com/office/drawing/2014/main" id="{6F16B967-D687-4D64-86A3-7A63BEED5AB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103443" y="4275391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2" name="Picture Placeholder 5">
            <a:extLst>
              <a:ext uri="{FF2B5EF4-FFF2-40B4-BE49-F238E27FC236}">
                <a16:creationId xmlns:a16="http://schemas.microsoft.com/office/drawing/2014/main" id="{D736DCBA-5A05-47F6-8FE4-54771D84718E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6235381" y="4275389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3" name="Picture Placeholder 5">
            <a:extLst>
              <a:ext uri="{FF2B5EF4-FFF2-40B4-BE49-F238E27FC236}">
                <a16:creationId xmlns:a16="http://schemas.microsoft.com/office/drawing/2014/main" id="{A0150D37-1D94-4043-B18E-9F85DAB90873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367320" y="4275388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4" name="Picture Placeholder 5">
            <a:extLst>
              <a:ext uri="{FF2B5EF4-FFF2-40B4-BE49-F238E27FC236}">
                <a16:creationId xmlns:a16="http://schemas.microsoft.com/office/drawing/2014/main" id="{8BA10313-44BD-4478-B928-0C2D33EF65E6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8499259" y="4275387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5" name="Picture Placeholder 5">
            <a:extLst>
              <a:ext uri="{FF2B5EF4-FFF2-40B4-BE49-F238E27FC236}">
                <a16:creationId xmlns:a16="http://schemas.microsoft.com/office/drawing/2014/main" id="{734ABE7A-035E-4AB1-96EC-5616F3F3A57C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9631197" y="4275385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6" name="Picture Placeholder 5">
            <a:extLst>
              <a:ext uri="{FF2B5EF4-FFF2-40B4-BE49-F238E27FC236}">
                <a16:creationId xmlns:a16="http://schemas.microsoft.com/office/drawing/2014/main" id="{61ECE862-920A-4ED4-A64D-25D8554CFB12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0763136" y="4275384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5AD73573-9F8F-43AE-8A47-27A4EA66244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95301" y="5243601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78" name="Text Placeholder 4">
            <a:extLst>
              <a:ext uri="{FF2B5EF4-FFF2-40B4-BE49-F238E27FC236}">
                <a16:creationId xmlns:a16="http://schemas.microsoft.com/office/drawing/2014/main" id="{FD1D8420-9732-43E4-A647-55365C8BB9D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95301" y="566124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79" name="Text Placeholder 4">
            <a:extLst>
              <a:ext uri="{FF2B5EF4-FFF2-40B4-BE49-F238E27FC236}">
                <a16:creationId xmlns:a16="http://schemas.microsoft.com/office/drawing/2014/main" id="{CDB4A538-90E4-45C0-88A1-BF42454ADA8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627239" y="5243601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0" name="Text Placeholder 4">
            <a:extLst>
              <a:ext uri="{FF2B5EF4-FFF2-40B4-BE49-F238E27FC236}">
                <a16:creationId xmlns:a16="http://schemas.microsoft.com/office/drawing/2014/main" id="{871C4BA4-F38B-4357-B376-0D9AE045C18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627239" y="566124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1" name="Text Placeholder 4">
            <a:extLst>
              <a:ext uri="{FF2B5EF4-FFF2-40B4-BE49-F238E27FC236}">
                <a16:creationId xmlns:a16="http://schemas.microsoft.com/office/drawing/2014/main" id="{1BB91304-BA43-4644-936D-E483439E9056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759178" y="5243601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2" name="Text Placeholder 4">
            <a:extLst>
              <a:ext uri="{FF2B5EF4-FFF2-40B4-BE49-F238E27FC236}">
                <a16:creationId xmlns:a16="http://schemas.microsoft.com/office/drawing/2014/main" id="{4D2B37AE-57BE-4850-A568-3B81DC5AE4D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759178" y="566124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3" name="Text Placeholder 4">
            <a:extLst>
              <a:ext uri="{FF2B5EF4-FFF2-40B4-BE49-F238E27FC236}">
                <a16:creationId xmlns:a16="http://schemas.microsoft.com/office/drawing/2014/main" id="{4C580F9B-9071-44D6-85C2-8FB9C1D1325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891117" y="5243601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672476A3-2700-4105-8E7A-4E5712FD0CD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891117" y="566124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5" name="Text Placeholder 4">
            <a:extLst>
              <a:ext uri="{FF2B5EF4-FFF2-40B4-BE49-F238E27FC236}">
                <a16:creationId xmlns:a16="http://schemas.microsoft.com/office/drawing/2014/main" id="{A4BE42C6-FFC9-4DDE-9412-F66D55630CA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023055" y="5243601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95A868D2-8BE5-483D-997D-3D1448609BCB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023055" y="566124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0F0D0101-1FF2-40B3-B55B-03C7AFE53436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154994" y="5243601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8" name="Text Placeholder 4">
            <a:extLst>
              <a:ext uri="{FF2B5EF4-FFF2-40B4-BE49-F238E27FC236}">
                <a16:creationId xmlns:a16="http://schemas.microsoft.com/office/drawing/2014/main" id="{2838039E-47F9-4CDB-ADD3-D89B88AE26C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154994" y="566124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9" name="Text Placeholder 4">
            <a:extLst>
              <a:ext uri="{FF2B5EF4-FFF2-40B4-BE49-F238E27FC236}">
                <a16:creationId xmlns:a16="http://schemas.microsoft.com/office/drawing/2014/main" id="{8C6019B0-EF3F-4235-BB75-0321019C997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286933" y="5243601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0" name="Text Placeholder 4">
            <a:extLst>
              <a:ext uri="{FF2B5EF4-FFF2-40B4-BE49-F238E27FC236}">
                <a16:creationId xmlns:a16="http://schemas.microsoft.com/office/drawing/2014/main" id="{8509B39E-02B1-4A98-9349-46576A123CE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286933" y="566124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1" name="Text Placeholder 4">
            <a:extLst>
              <a:ext uri="{FF2B5EF4-FFF2-40B4-BE49-F238E27FC236}">
                <a16:creationId xmlns:a16="http://schemas.microsoft.com/office/drawing/2014/main" id="{70091A78-D184-454C-8DA3-A6DC30A485B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418871" y="5243601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2" name="Text Placeholder 4">
            <a:extLst>
              <a:ext uri="{FF2B5EF4-FFF2-40B4-BE49-F238E27FC236}">
                <a16:creationId xmlns:a16="http://schemas.microsoft.com/office/drawing/2014/main" id="{E5C4BDA3-0DC2-4FF1-8335-37DE8780B63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418871" y="566124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3" name="Text Placeholder 4">
            <a:extLst>
              <a:ext uri="{FF2B5EF4-FFF2-40B4-BE49-F238E27FC236}">
                <a16:creationId xmlns:a16="http://schemas.microsoft.com/office/drawing/2014/main" id="{667C31F9-9400-4AD5-B618-ACEB153E15A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550810" y="5243601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4" name="Text Placeholder 4">
            <a:extLst>
              <a:ext uri="{FF2B5EF4-FFF2-40B4-BE49-F238E27FC236}">
                <a16:creationId xmlns:a16="http://schemas.microsoft.com/office/drawing/2014/main" id="{8F08286F-AD3B-40EB-83EB-4D88A2F77C1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9550810" y="566124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6BD1A057-FD7A-4636-8A1A-BCFBBEF481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0682749" y="5243601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6" name="Text Placeholder 4">
            <a:extLst>
              <a:ext uri="{FF2B5EF4-FFF2-40B4-BE49-F238E27FC236}">
                <a16:creationId xmlns:a16="http://schemas.microsoft.com/office/drawing/2014/main" id="{DAA59115-8F47-4FDF-9E38-E7F4C0107CE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0682749" y="5661241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7" name="Title 36">
            <a:extLst>
              <a:ext uri="{FF2B5EF4-FFF2-40B4-BE49-F238E27FC236}">
                <a16:creationId xmlns:a16="http://schemas.microsoft.com/office/drawing/2014/main" id="{82768CAD-B0CA-4C56-956B-74805B905F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Organization/People Slide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A5DBE26-6274-4E4E-A951-2676ECB5FE25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40219593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ization/Peop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29BD-0885-4573-99C8-4157FC9C40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75688" y="1758787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06213BBD-3855-4B0B-8A84-51E9FC1372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707627" y="1758785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67D606CB-34C0-401F-875B-BEEEDC0345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9565" y="1758784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61B2D16-15AF-42DD-BA50-78E34CF626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71504" y="1758783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22A3C1B0-1F07-463E-92DE-7FE5C13FEC5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03443" y="1758781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7847C206-E8D5-4795-A08D-E50DEA08FF0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35381" y="1758780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6C1C3C0A-A4E2-4436-8A46-289CEC4F77E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367320" y="1758779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BDF8D528-E9EA-4E35-8491-F6A99789128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499259" y="1758777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21D1C5A0-CC5F-476B-B4BA-09FD03598BB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31197" y="1758776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CA0A3023-3E60-4D2C-A931-CC328FE9FE1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763136" y="1758774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24671-09ED-4FA8-983D-EAD721B0D1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5301" y="2726992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FF7F23A-1789-43BF-B20F-65A7ECB89F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5301" y="3144632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9C0580B-145C-42FD-AA24-171E95A5D6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27239" y="2726992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3A792742-716F-429B-A7B2-985D160C97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27239" y="3144632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25B8AE-4C6F-454E-88CF-0FBA4D1E3CE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59178" y="2726992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272C8DB5-CC3D-4211-BD80-67AF8CD8F87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59178" y="3144632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192D8796-494D-46E1-BB4E-702BA3AF11B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891117" y="2726992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B459A2-2E74-4103-9617-5F6B5F60CA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91117" y="3144632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0FEAE40C-B15B-406F-B301-2122D5E97BB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23055" y="2726992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8734984E-F8D3-4C71-AE4B-7FCB18E02F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023055" y="3144632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679171E4-ECF2-4F6C-AF1D-338215896F8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54994" y="2726992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251809F2-386E-41F8-9724-BC4D70B0152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54994" y="3144632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95055070-C0E0-4AED-A9A4-78BE4ECD66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286933" y="2726992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6C5032EB-34C8-4285-BB30-E7E2D0BB72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286933" y="3144632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FDC5A0C0-AA66-40BE-B5B4-DBA6456BB25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418871" y="2726992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82125138-D56F-49B0-9B8B-7D74BAD1FCA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418871" y="3144632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7AB0C0AB-3AF1-4A3A-B3D2-CF2E51B568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550810" y="2726992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077718C7-54C4-4992-BA81-1584EEBDF79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50810" y="3144632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3D74D20D-C671-4447-B31D-667B7696D6D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2749" y="2726992"/>
            <a:ext cx="1052052" cy="364969"/>
          </a:xfrm>
        </p:spPr>
        <p:txBody>
          <a:bodyPr lIns="0" t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2C6140A0-C70B-40E0-B1BB-0E20C267AFF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2749" y="3144632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67" name="Picture Placeholder 5">
            <a:extLst>
              <a:ext uri="{FF2B5EF4-FFF2-40B4-BE49-F238E27FC236}">
                <a16:creationId xmlns:a16="http://schemas.microsoft.com/office/drawing/2014/main" id="{AFF61686-D651-41DC-80B3-15BC8C883188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575688" y="3910426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8" name="Picture Placeholder 5">
            <a:extLst>
              <a:ext uri="{FF2B5EF4-FFF2-40B4-BE49-F238E27FC236}">
                <a16:creationId xmlns:a16="http://schemas.microsoft.com/office/drawing/2014/main" id="{45A17B8C-890F-4D15-B663-D63CB5DA7A2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707627" y="3910425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9" name="Picture Placeholder 5">
            <a:extLst>
              <a:ext uri="{FF2B5EF4-FFF2-40B4-BE49-F238E27FC236}">
                <a16:creationId xmlns:a16="http://schemas.microsoft.com/office/drawing/2014/main" id="{B3B0BC5C-C645-4CC6-BDB7-28346D701A5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839565" y="3910424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0" name="Picture Placeholder 5">
            <a:extLst>
              <a:ext uri="{FF2B5EF4-FFF2-40B4-BE49-F238E27FC236}">
                <a16:creationId xmlns:a16="http://schemas.microsoft.com/office/drawing/2014/main" id="{80487772-0E40-4BFF-B691-18C353E4597C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3971504" y="3910423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1" name="Picture Placeholder 5">
            <a:extLst>
              <a:ext uri="{FF2B5EF4-FFF2-40B4-BE49-F238E27FC236}">
                <a16:creationId xmlns:a16="http://schemas.microsoft.com/office/drawing/2014/main" id="{6F16B967-D687-4D64-86A3-7A63BEED5AB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103443" y="3910421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2" name="Picture Placeholder 5">
            <a:extLst>
              <a:ext uri="{FF2B5EF4-FFF2-40B4-BE49-F238E27FC236}">
                <a16:creationId xmlns:a16="http://schemas.microsoft.com/office/drawing/2014/main" id="{D736DCBA-5A05-47F6-8FE4-54771D84718E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6235381" y="3910420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3" name="Picture Placeholder 5">
            <a:extLst>
              <a:ext uri="{FF2B5EF4-FFF2-40B4-BE49-F238E27FC236}">
                <a16:creationId xmlns:a16="http://schemas.microsoft.com/office/drawing/2014/main" id="{A0150D37-1D94-4043-B18E-9F85DAB90873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367320" y="3910419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4" name="Picture Placeholder 5">
            <a:extLst>
              <a:ext uri="{FF2B5EF4-FFF2-40B4-BE49-F238E27FC236}">
                <a16:creationId xmlns:a16="http://schemas.microsoft.com/office/drawing/2014/main" id="{8BA10313-44BD-4478-B928-0C2D33EF65E6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8499259" y="3910417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5" name="Picture Placeholder 5">
            <a:extLst>
              <a:ext uri="{FF2B5EF4-FFF2-40B4-BE49-F238E27FC236}">
                <a16:creationId xmlns:a16="http://schemas.microsoft.com/office/drawing/2014/main" id="{734ABE7A-035E-4AB1-96EC-5616F3F3A57C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9631197" y="3910416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6" name="Picture Placeholder 5">
            <a:extLst>
              <a:ext uri="{FF2B5EF4-FFF2-40B4-BE49-F238E27FC236}">
                <a16:creationId xmlns:a16="http://schemas.microsoft.com/office/drawing/2014/main" id="{61ECE862-920A-4ED4-A64D-25D8554CFB12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0763136" y="3910415"/>
            <a:ext cx="891275" cy="891275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5AD73573-9F8F-43AE-8A47-27A4EA66244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95301" y="4878632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78" name="Text Placeholder 4">
            <a:extLst>
              <a:ext uri="{FF2B5EF4-FFF2-40B4-BE49-F238E27FC236}">
                <a16:creationId xmlns:a16="http://schemas.microsoft.com/office/drawing/2014/main" id="{FD1D8420-9732-43E4-A647-55365C8BB9D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95301" y="5296272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79" name="Text Placeholder 4">
            <a:extLst>
              <a:ext uri="{FF2B5EF4-FFF2-40B4-BE49-F238E27FC236}">
                <a16:creationId xmlns:a16="http://schemas.microsoft.com/office/drawing/2014/main" id="{CDB4A538-90E4-45C0-88A1-BF42454ADA8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627239" y="4878632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0" name="Text Placeholder 4">
            <a:extLst>
              <a:ext uri="{FF2B5EF4-FFF2-40B4-BE49-F238E27FC236}">
                <a16:creationId xmlns:a16="http://schemas.microsoft.com/office/drawing/2014/main" id="{871C4BA4-F38B-4357-B376-0D9AE045C18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627239" y="5296272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1" name="Text Placeholder 4">
            <a:extLst>
              <a:ext uri="{FF2B5EF4-FFF2-40B4-BE49-F238E27FC236}">
                <a16:creationId xmlns:a16="http://schemas.microsoft.com/office/drawing/2014/main" id="{1BB91304-BA43-4644-936D-E483439E9056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759178" y="4878632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2" name="Text Placeholder 4">
            <a:extLst>
              <a:ext uri="{FF2B5EF4-FFF2-40B4-BE49-F238E27FC236}">
                <a16:creationId xmlns:a16="http://schemas.microsoft.com/office/drawing/2014/main" id="{4D2B37AE-57BE-4850-A568-3B81DC5AE4D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759178" y="5296272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3" name="Text Placeholder 4">
            <a:extLst>
              <a:ext uri="{FF2B5EF4-FFF2-40B4-BE49-F238E27FC236}">
                <a16:creationId xmlns:a16="http://schemas.microsoft.com/office/drawing/2014/main" id="{4C580F9B-9071-44D6-85C2-8FB9C1D1325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891117" y="4878632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672476A3-2700-4105-8E7A-4E5712FD0CD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891117" y="5296272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5" name="Text Placeholder 4">
            <a:extLst>
              <a:ext uri="{FF2B5EF4-FFF2-40B4-BE49-F238E27FC236}">
                <a16:creationId xmlns:a16="http://schemas.microsoft.com/office/drawing/2014/main" id="{A4BE42C6-FFC9-4DDE-9412-F66D55630CA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023055" y="4878632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95A868D2-8BE5-483D-997D-3D1448609BCB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023055" y="5296272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0F0D0101-1FF2-40B3-B55B-03C7AFE53436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154994" y="4878632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8" name="Text Placeholder 4">
            <a:extLst>
              <a:ext uri="{FF2B5EF4-FFF2-40B4-BE49-F238E27FC236}">
                <a16:creationId xmlns:a16="http://schemas.microsoft.com/office/drawing/2014/main" id="{2838039E-47F9-4CDB-ADD3-D89B88AE26C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154994" y="5296272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9" name="Text Placeholder 4">
            <a:extLst>
              <a:ext uri="{FF2B5EF4-FFF2-40B4-BE49-F238E27FC236}">
                <a16:creationId xmlns:a16="http://schemas.microsoft.com/office/drawing/2014/main" id="{8C6019B0-EF3F-4235-BB75-0321019C997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286933" y="4878632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0" name="Text Placeholder 4">
            <a:extLst>
              <a:ext uri="{FF2B5EF4-FFF2-40B4-BE49-F238E27FC236}">
                <a16:creationId xmlns:a16="http://schemas.microsoft.com/office/drawing/2014/main" id="{8509B39E-02B1-4A98-9349-46576A123CE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286933" y="5296272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1" name="Text Placeholder 4">
            <a:extLst>
              <a:ext uri="{FF2B5EF4-FFF2-40B4-BE49-F238E27FC236}">
                <a16:creationId xmlns:a16="http://schemas.microsoft.com/office/drawing/2014/main" id="{70091A78-D184-454C-8DA3-A6DC30A485B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418871" y="4878632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2" name="Text Placeholder 4">
            <a:extLst>
              <a:ext uri="{FF2B5EF4-FFF2-40B4-BE49-F238E27FC236}">
                <a16:creationId xmlns:a16="http://schemas.microsoft.com/office/drawing/2014/main" id="{E5C4BDA3-0DC2-4FF1-8335-37DE8780B63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418871" y="5296272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3" name="Text Placeholder 4">
            <a:extLst>
              <a:ext uri="{FF2B5EF4-FFF2-40B4-BE49-F238E27FC236}">
                <a16:creationId xmlns:a16="http://schemas.microsoft.com/office/drawing/2014/main" id="{667C31F9-9400-4AD5-B618-ACEB153E15A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550810" y="4878632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4" name="Text Placeholder 4">
            <a:extLst>
              <a:ext uri="{FF2B5EF4-FFF2-40B4-BE49-F238E27FC236}">
                <a16:creationId xmlns:a16="http://schemas.microsoft.com/office/drawing/2014/main" id="{8F08286F-AD3B-40EB-83EB-4D88A2F77C1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9550810" y="5296272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6BD1A057-FD7A-4636-8A1A-BCFBBEF481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0682749" y="4878632"/>
            <a:ext cx="1052052" cy="364969"/>
          </a:xfrm>
        </p:spPr>
        <p:txBody>
          <a:bodyPr lIns="0" tIns="0" rIns="0" bIns="0" anchor="b" anchorCtr="0"/>
          <a:lstStyle>
            <a:lvl1pPr marL="0" indent="0" algn="ctr">
              <a:buNone/>
              <a:defRPr sz="1333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6" name="Text Placeholder 4">
            <a:extLst>
              <a:ext uri="{FF2B5EF4-FFF2-40B4-BE49-F238E27FC236}">
                <a16:creationId xmlns:a16="http://schemas.microsoft.com/office/drawing/2014/main" id="{DAA59115-8F47-4FDF-9E38-E7F4C0107CE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0682749" y="5296272"/>
            <a:ext cx="1052052" cy="364969"/>
          </a:xfrm>
        </p:spPr>
        <p:txBody>
          <a:bodyPr anchor="t" anchorCtr="0"/>
          <a:lstStyle>
            <a:lvl1pPr marL="0" indent="0" algn="ctr">
              <a:buNone/>
              <a:defRPr sz="1067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64" name="Title 3">
            <a:extLst>
              <a:ext uri="{FF2B5EF4-FFF2-40B4-BE49-F238E27FC236}">
                <a16:creationId xmlns:a16="http://schemas.microsoft.com/office/drawing/2014/main" id="{A055FDD0-30F9-4581-A9CE-0EDD56F861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1"/>
            <a:ext cx="10982476" cy="1035352"/>
          </a:xfrm>
        </p:spPr>
        <p:txBody>
          <a:bodyPr/>
          <a:lstStyle/>
          <a:p>
            <a:r>
              <a:rPr lang="en-US"/>
              <a:t>Organization/People Slide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07D449-21E7-4862-8552-4C9D4D99C290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4091866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 Slide -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"/>
            <a:ext cx="4286552" cy="1600201"/>
          </a:xfrm>
        </p:spPr>
        <p:txBody>
          <a:bodyPr/>
          <a:lstStyle/>
          <a:p>
            <a:r>
              <a:rPr lang="en-US"/>
              <a:t>Contents</a:t>
            </a:r>
          </a:p>
        </p:txBody>
      </p:sp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311549" y="1849598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1311549" y="2369027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1311549" y="24887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1311549" y="3008139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1311549" y="3134786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1311549" y="3654215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311549" y="3782197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1311549" y="4301627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1311549" y="44379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1311549" y="4957339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1311549" y="508532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1311549" y="5604751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1311549" y="573273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1311549" y="6252161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27146A4F-6A3F-EF4B-929E-5836F6BDE5E3}"/>
              </a:ext>
            </a:extLst>
          </p:cNvPr>
          <p:cNvSpPr/>
          <p:nvPr userDrawn="1"/>
        </p:nvSpPr>
        <p:spPr>
          <a:xfrm>
            <a:off x="624418" y="1854282"/>
            <a:ext cx="575431" cy="51942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9E3358-3387-0344-A4E5-7F543009BFF7}"/>
              </a:ext>
            </a:extLst>
          </p:cNvPr>
          <p:cNvSpPr/>
          <p:nvPr userDrawn="1"/>
        </p:nvSpPr>
        <p:spPr>
          <a:xfrm>
            <a:off x="624418" y="2491846"/>
            <a:ext cx="575431" cy="51942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86C688-264C-8644-BF91-47516BE962DC}"/>
              </a:ext>
            </a:extLst>
          </p:cNvPr>
          <p:cNvSpPr/>
          <p:nvPr userDrawn="1"/>
        </p:nvSpPr>
        <p:spPr>
          <a:xfrm>
            <a:off x="624418" y="3129408"/>
            <a:ext cx="575431" cy="51942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DA01238-AB3B-E34F-9AEA-F4E521E46353}"/>
              </a:ext>
            </a:extLst>
          </p:cNvPr>
          <p:cNvSpPr/>
          <p:nvPr userDrawn="1"/>
        </p:nvSpPr>
        <p:spPr>
          <a:xfrm>
            <a:off x="624418" y="3766972"/>
            <a:ext cx="575431" cy="51942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964A093-D04E-9548-A592-9ADBD095FB82}"/>
              </a:ext>
            </a:extLst>
          </p:cNvPr>
          <p:cNvSpPr/>
          <p:nvPr userDrawn="1"/>
        </p:nvSpPr>
        <p:spPr>
          <a:xfrm>
            <a:off x="624418" y="4426906"/>
            <a:ext cx="575431" cy="51942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FAEEF9-51BD-7547-9D28-C4D1709E8B36}"/>
              </a:ext>
            </a:extLst>
          </p:cNvPr>
          <p:cNvSpPr/>
          <p:nvPr userDrawn="1"/>
        </p:nvSpPr>
        <p:spPr>
          <a:xfrm>
            <a:off x="624418" y="5075655"/>
            <a:ext cx="575431" cy="51942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5306E0-61DD-104F-93DD-9C840B7CDCA6}"/>
              </a:ext>
            </a:extLst>
          </p:cNvPr>
          <p:cNvSpPr/>
          <p:nvPr userDrawn="1"/>
        </p:nvSpPr>
        <p:spPr>
          <a:xfrm>
            <a:off x="624418" y="5713218"/>
            <a:ext cx="575431" cy="51942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801D90C-01F0-443E-9114-E80E1AE2D37C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65719812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C Slide -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"/>
            <a:ext cx="4286552" cy="1600201"/>
          </a:xfrm>
        </p:spPr>
        <p:txBody>
          <a:bodyPr/>
          <a:lstStyle/>
          <a:p>
            <a:r>
              <a:rPr lang="en-US"/>
              <a:t>Contents</a:t>
            </a:r>
          </a:p>
        </p:txBody>
      </p:sp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311549" y="1849598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1311549" y="2369027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1311549" y="24887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1311549" y="3008139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1311549" y="3134786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1311549" y="3654215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311549" y="3782197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1311549" y="4301627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1311549" y="44379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1311549" y="4957339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1311549" y="508532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1311549" y="5604751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1311549" y="573273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1311549" y="6252161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539E3358-3387-0344-A4E5-7F543009BFF7}"/>
              </a:ext>
            </a:extLst>
          </p:cNvPr>
          <p:cNvSpPr/>
          <p:nvPr userDrawn="1"/>
        </p:nvSpPr>
        <p:spPr>
          <a:xfrm>
            <a:off x="624418" y="2491846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86C688-264C-8644-BF91-47516BE962DC}"/>
              </a:ext>
            </a:extLst>
          </p:cNvPr>
          <p:cNvSpPr/>
          <p:nvPr userDrawn="1"/>
        </p:nvSpPr>
        <p:spPr>
          <a:xfrm>
            <a:off x="624418" y="3129408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DA01238-AB3B-E34F-9AEA-F4E521E46353}"/>
              </a:ext>
            </a:extLst>
          </p:cNvPr>
          <p:cNvSpPr/>
          <p:nvPr userDrawn="1"/>
        </p:nvSpPr>
        <p:spPr>
          <a:xfrm>
            <a:off x="624418" y="3766972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964A093-D04E-9548-A592-9ADBD095FB82}"/>
              </a:ext>
            </a:extLst>
          </p:cNvPr>
          <p:cNvSpPr/>
          <p:nvPr userDrawn="1"/>
        </p:nvSpPr>
        <p:spPr>
          <a:xfrm>
            <a:off x="624418" y="4426906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FAEEF9-51BD-7547-9D28-C4D1709E8B36}"/>
              </a:ext>
            </a:extLst>
          </p:cNvPr>
          <p:cNvSpPr/>
          <p:nvPr userDrawn="1"/>
        </p:nvSpPr>
        <p:spPr>
          <a:xfrm>
            <a:off x="624418" y="5075655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5306E0-61DD-104F-93DD-9C840B7CDCA6}"/>
              </a:ext>
            </a:extLst>
          </p:cNvPr>
          <p:cNvSpPr/>
          <p:nvPr userDrawn="1"/>
        </p:nvSpPr>
        <p:spPr>
          <a:xfrm>
            <a:off x="624418" y="5713218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A4BBDF-ECBF-4F49-A602-AB6ED6BACDA6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59079C-5AE1-CC21-8BE6-BDC4B2262A01}"/>
              </a:ext>
            </a:extLst>
          </p:cNvPr>
          <p:cNvSpPr/>
          <p:nvPr userDrawn="1"/>
        </p:nvSpPr>
        <p:spPr>
          <a:xfrm>
            <a:off x="624418" y="1854282"/>
            <a:ext cx="575431" cy="51942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751154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OC Slide -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"/>
            <a:ext cx="4286552" cy="1600201"/>
          </a:xfrm>
        </p:spPr>
        <p:txBody>
          <a:bodyPr/>
          <a:lstStyle/>
          <a:p>
            <a:r>
              <a:rPr lang="en-US"/>
              <a:t>Contents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146A4F-6A3F-EF4B-929E-5836F6BDE5E3}"/>
              </a:ext>
            </a:extLst>
          </p:cNvPr>
          <p:cNvSpPr/>
          <p:nvPr userDrawn="1"/>
        </p:nvSpPr>
        <p:spPr>
          <a:xfrm>
            <a:off x="624418" y="1854282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EF2436-A4AE-48D1-B685-43389517E473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94ECFA-9D1B-FE47-E8F6-7EA1BAEC8CD5}"/>
              </a:ext>
            </a:extLst>
          </p:cNvPr>
          <p:cNvSpPr/>
          <p:nvPr userDrawn="1"/>
        </p:nvSpPr>
        <p:spPr>
          <a:xfrm>
            <a:off x="624418" y="2491846"/>
            <a:ext cx="575431" cy="51942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F3BCD0-C2F8-E05C-9372-9EC9224FCED7}"/>
              </a:ext>
            </a:extLst>
          </p:cNvPr>
          <p:cNvSpPr/>
          <p:nvPr userDrawn="1"/>
        </p:nvSpPr>
        <p:spPr>
          <a:xfrm>
            <a:off x="624418" y="3129408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A3E6BC-FA79-B31A-DFAE-B08657F808BB}"/>
              </a:ext>
            </a:extLst>
          </p:cNvPr>
          <p:cNvSpPr/>
          <p:nvPr userDrawn="1"/>
        </p:nvSpPr>
        <p:spPr>
          <a:xfrm>
            <a:off x="624418" y="3766972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31F101-1880-8A4A-D420-AA61ACDA50C7}"/>
              </a:ext>
            </a:extLst>
          </p:cNvPr>
          <p:cNvSpPr/>
          <p:nvPr userDrawn="1"/>
        </p:nvSpPr>
        <p:spPr>
          <a:xfrm>
            <a:off x="624418" y="4426906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E69475-B31D-E82F-D34A-997799E19859}"/>
              </a:ext>
            </a:extLst>
          </p:cNvPr>
          <p:cNvSpPr/>
          <p:nvPr userDrawn="1"/>
        </p:nvSpPr>
        <p:spPr>
          <a:xfrm>
            <a:off x="624418" y="5075655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251D0B-D8EF-3012-8DF5-E3B9DFA9B14F}"/>
              </a:ext>
            </a:extLst>
          </p:cNvPr>
          <p:cNvSpPr/>
          <p:nvPr userDrawn="1"/>
        </p:nvSpPr>
        <p:spPr>
          <a:xfrm>
            <a:off x="624418" y="5713218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B2796E4-B513-58A4-F43B-2D48B07AB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11549" y="1849598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988CB6-DA26-8A49-3D4C-6A9598C25F24}"/>
              </a:ext>
            </a:extLst>
          </p:cNvPr>
          <p:cNvCxnSpPr/>
          <p:nvPr userDrawn="1"/>
        </p:nvCxnSpPr>
        <p:spPr>
          <a:xfrm>
            <a:off x="1311549" y="2369027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BA119CE2-EC08-4BC5-C3E9-758E6F4549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11549" y="24887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tx1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8EFBB52-B0DF-3C34-3E2F-56EF27812FFB}"/>
              </a:ext>
            </a:extLst>
          </p:cNvPr>
          <p:cNvCxnSpPr/>
          <p:nvPr userDrawn="1"/>
        </p:nvCxnSpPr>
        <p:spPr>
          <a:xfrm>
            <a:off x="1311549" y="3008139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5C1EC88A-E43B-31B8-F07D-8BBC2E25C9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11549" y="3134786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EFB6BE5-9E0A-F43C-F3D1-6247EC68C1B0}"/>
              </a:ext>
            </a:extLst>
          </p:cNvPr>
          <p:cNvCxnSpPr/>
          <p:nvPr userDrawn="1"/>
        </p:nvCxnSpPr>
        <p:spPr>
          <a:xfrm>
            <a:off x="1311549" y="3654215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7A3B8E45-1F55-21F1-BA54-6582D187913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11549" y="3782197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0F035DA-BEC0-24DD-A6B7-E8987A03E008}"/>
              </a:ext>
            </a:extLst>
          </p:cNvPr>
          <p:cNvCxnSpPr/>
          <p:nvPr userDrawn="1"/>
        </p:nvCxnSpPr>
        <p:spPr>
          <a:xfrm>
            <a:off x="1311549" y="4301627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5042442E-BDF1-C3E6-46CE-0B915852864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11549" y="44379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2866EA-E585-03B1-99DC-D6A3DA1D5A62}"/>
              </a:ext>
            </a:extLst>
          </p:cNvPr>
          <p:cNvCxnSpPr/>
          <p:nvPr userDrawn="1"/>
        </p:nvCxnSpPr>
        <p:spPr>
          <a:xfrm>
            <a:off x="1311549" y="4957339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3EB05B8E-965E-9A46-CE62-77EC833544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11549" y="508532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674FA5E-D222-B395-2E50-C24C4110E591}"/>
              </a:ext>
            </a:extLst>
          </p:cNvPr>
          <p:cNvCxnSpPr/>
          <p:nvPr userDrawn="1"/>
        </p:nvCxnSpPr>
        <p:spPr>
          <a:xfrm>
            <a:off x="1311549" y="5604751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3AB1598-3901-A313-0E3C-E4B608AEBF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11549" y="573273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35FD274-3AD9-DCFE-0A16-FDE67264E6BE}"/>
              </a:ext>
            </a:extLst>
          </p:cNvPr>
          <p:cNvCxnSpPr/>
          <p:nvPr userDrawn="1"/>
        </p:nvCxnSpPr>
        <p:spPr>
          <a:xfrm>
            <a:off x="1311549" y="6252161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56327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OC Slide -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"/>
            <a:ext cx="4286552" cy="1600201"/>
          </a:xfrm>
        </p:spPr>
        <p:txBody>
          <a:bodyPr/>
          <a:lstStyle/>
          <a:p>
            <a:r>
              <a:rPr lang="en-US"/>
              <a:t>Contents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146A4F-6A3F-EF4B-929E-5836F6BDE5E3}"/>
              </a:ext>
            </a:extLst>
          </p:cNvPr>
          <p:cNvSpPr/>
          <p:nvPr userDrawn="1"/>
        </p:nvSpPr>
        <p:spPr>
          <a:xfrm>
            <a:off x="624418" y="1854282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9E3358-3387-0344-A4E5-7F543009BFF7}"/>
              </a:ext>
            </a:extLst>
          </p:cNvPr>
          <p:cNvSpPr/>
          <p:nvPr userDrawn="1"/>
        </p:nvSpPr>
        <p:spPr>
          <a:xfrm>
            <a:off x="624418" y="2491846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DA01238-AB3B-E34F-9AEA-F4E521E46353}"/>
              </a:ext>
            </a:extLst>
          </p:cNvPr>
          <p:cNvSpPr/>
          <p:nvPr userDrawn="1"/>
        </p:nvSpPr>
        <p:spPr>
          <a:xfrm>
            <a:off x="624418" y="3766972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964A093-D04E-9548-A592-9ADBD095FB82}"/>
              </a:ext>
            </a:extLst>
          </p:cNvPr>
          <p:cNvSpPr/>
          <p:nvPr userDrawn="1"/>
        </p:nvSpPr>
        <p:spPr>
          <a:xfrm>
            <a:off x="624418" y="4426906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FAEEF9-51BD-7547-9D28-C4D1709E8B36}"/>
              </a:ext>
            </a:extLst>
          </p:cNvPr>
          <p:cNvSpPr/>
          <p:nvPr userDrawn="1"/>
        </p:nvSpPr>
        <p:spPr>
          <a:xfrm>
            <a:off x="624418" y="5075655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5306E0-61DD-104F-93DD-9C840B7CDCA6}"/>
              </a:ext>
            </a:extLst>
          </p:cNvPr>
          <p:cNvSpPr/>
          <p:nvPr userDrawn="1"/>
        </p:nvSpPr>
        <p:spPr>
          <a:xfrm>
            <a:off x="624418" y="5713218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472166-AF64-4F22-88D8-2C1C45D69B8D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E8F69A-E077-EE96-B0FB-8F37524A9A5E}"/>
              </a:ext>
            </a:extLst>
          </p:cNvPr>
          <p:cNvSpPr/>
          <p:nvPr userDrawn="1"/>
        </p:nvSpPr>
        <p:spPr>
          <a:xfrm>
            <a:off x="624418" y="3129408"/>
            <a:ext cx="575431" cy="51942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B296D3E-8A67-5293-57EF-5ADD382771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11549" y="1849598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56B65C7-1330-923E-440D-F5E4C01D2C22}"/>
              </a:ext>
            </a:extLst>
          </p:cNvPr>
          <p:cNvCxnSpPr/>
          <p:nvPr userDrawn="1"/>
        </p:nvCxnSpPr>
        <p:spPr>
          <a:xfrm>
            <a:off x="1311549" y="2369027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B018DB1-5591-13F3-BFD7-89022023DC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11549" y="24887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BEC228-6AF1-ADC7-C82F-5F66B988E4A3}"/>
              </a:ext>
            </a:extLst>
          </p:cNvPr>
          <p:cNvCxnSpPr/>
          <p:nvPr userDrawn="1"/>
        </p:nvCxnSpPr>
        <p:spPr>
          <a:xfrm>
            <a:off x="1311549" y="3008139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2D4215CF-21C6-D286-7AF7-A4D9E105ABC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11549" y="3134786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tx1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77595C-DFD5-51D1-C898-8C23A66480DB}"/>
              </a:ext>
            </a:extLst>
          </p:cNvPr>
          <p:cNvCxnSpPr/>
          <p:nvPr userDrawn="1"/>
        </p:nvCxnSpPr>
        <p:spPr>
          <a:xfrm>
            <a:off x="1311549" y="3654215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1689A289-61ED-FD81-107D-CE62C1371E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11549" y="3782197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A9AD732-0E99-1519-D8FA-40D24985B482}"/>
              </a:ext>
            </a:extLst>
          </p:cNvPr>
          <p:cNvCxnSpPr/>
          <p:nvPr userDrawn="1"/>
        </p:nvCxnSpPr>
        <p:spPr>
          <a:xfrm>
            <a:off x="1311549" y="4301627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CC2C51F8-DA3A-F901-6E10-7D14121AAF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11549" y="44379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0CE3D37-D188-4E81-A4F4-2A70DC6F7E13}"/>
              </a:ext>
            </a:extLst>
          </p:cNvPr>
          <p:cNvCxnSpPr/>
          <p:nvPr userDrawn="1"/>
        </p:nvCxnSpPr>
        <p:spPr>
          <a:xfrm>
            <a:off x="1311549" y="4957339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2310650C-7B3C-CBB3-401E-2BF0AEA83D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11549" y="508532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0BA16F9-A90A-8DB6-CD0A-87F9C70A585A}"/>
              </a:ext>
            </a:extLst>
          </p:cNvPr>
          <p:cNvCxnSpPr/>
          <p:nvPr userDrawn="1"/>
        </p:nvCxnSpPr>
        <p:spPr>
          <a:xfrm>
            <a:off x="1311549" y="5604751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35C74453-5632-B7B5-7071-FE5CD02E250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11549" y="573273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BD91F68-1A85-CCF7-3811-30888660DCEB}"/>
              </a:ext>
            </a:extLst>
          </p:cNvPr>
          <p:cNvCxnSpPr/>
          <p:nvPr userDrawn="1"/>
        </p:nvCxnSpPr>
        <p:spPr>
          <a:xfrm>
            <a:off x="1311549" y="6252161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58696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OC Slide -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"/>
            <a:ext cx="4286552" cy="1600201"/>
          </a:xfrm>
        </p:spPr>
        <p:txBody>
          <a:bodyPr/>
          <a:lstStyle/>
          <a:p>
            <a:r>
              <a:rPr lang="en-US"/>
              <a:t>Contents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146A4F-6A3F-EF4B-929E-5836F6BDE5E3}"/>
              </a:ext>
            </a:extLst>
          </p:cNvPr>
          <p:cNvSpPr/>
          <p:nvPr userDrawn="1"/>
        </p:nvSpPr>
        <p:spPr>
          <a:xfrm>
            <a:off x="624418" y="1854282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9E3358-3387-0344-A4E5-7F543009BFF7}"/>
              </a:ext>
            </a:extLst>
          </p:cNvPr>
          <p:cNvSpPr/>
          <p:nvPr userDrawn="1"/>
        </p:nvSpPr>
        <p:spPr>
          <a:xfrm>
            <a:off x="624418" y="2491846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86C688-264C-8644-BF91-47516BE962DC}"/>
              </a:ext>
            </a:extLst>
          </p:cNvPr>
          <p:cNvSpPr/>
          <p:nvPr userDrawn="1"/>
        </p:nvSpPr>
        <p:spPr>
          <a:xfrm>
            <a:off x="624418" y="3129408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964A093-D04E-9548-A592-9ADBD095FB82}"/>
              </a:ext>
            </a:extLst>
          </p:cNvPr>
          <p:cNvSpPr/>
          <p:nvPr userDrawn="1"/>
        </p:nvSpPr>
        <p:spPr>
          <a:xfrm>
            <a:off x="624418" y="4426906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FAEEF9-51BD-7547-9D28-C4D1709E8B36}"/>
              </a:ext>
            </a:extLst>
          </p:cNvPr>
          <p:cNvSpPr/>
          <p:nvPr userDrawn="1"/>
        </p:nvSpPr>
        <p:spPr>
          <a:xfrm>
            <a:off x="624418" y="5075655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5306E0-61DD-104F-93DD-9C840B7CDCA6}"/>
              </a:ext>
            </a:extLst>
          </p:cNvPr>
          <p:cNvSpPr/>
          <p:nvPr userDrawn="1"/>
        </p:nvSpPr>
        <p:spPr>
          <a:xfrm>
            <a:off x="624418" y="5713218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3BF7DB7-399E-46EF-B819-8CE44A17C5F0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E61C98-E75A-7D9B-029B-378D0426667D}"/>
              </a:ext>
            </a:extLst>
          </p:cNvPr>
          <p:cNvSpPr/>
          <p:nvPr userDrawn="1"/>
        </p:nvSpPr>
        <p:spPr>
          <a:xfrm>
            <a:off x="624418" y="3766972"/>
            <a:ext cx="575431" cy="51942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7F59F4BA-740A-7939-20F0-21EF60E7C3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11549" y="1849598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E4ED63B-C51C-F287-6286-7EED6C7ED9BF}"/>
              </a:ext>
            </a:extLst>
          </p:cNvPr>
          <p:cNvCxnSpPr/>
          <p:nvPr userDrawn="1"/>
        </p:nvCxnSpPr>
        <p:spPr>
          <a:xfrm>
            <a:off x="1311549" y="2369027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443BB0-53B0-37D3-A16A-17DD049044B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11549" y="24887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2CBBB9E-F9FE-FDF9-BC34-CC4B92D93990}"/>
              </a:ext>
            </a:extLst>
          </p:cNvPr>
          <p:cNvCxnSpPr/>
          <p:nvPr userDrawn="1"/>
        </p:nvCxnSpPr>
        <p:spPr>
          <a:xfrm>
            <a:off x="1311549" y="3008139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27E7076-8A7A-9189-B125-DB78117308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11549" y="3134786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B7F5B8-DA43-9EE3-AD3F-98EEF3F6D85F}"/>
              </a:ext>
            </a:extLst>
          </p:cNvPr>
          <p:cNvCxnSpPr/>
          <p:nvPr userDrawn="1"/>
        </p:nvCxnSpPr>
        <p:spPr>
          <a:xfrm>
            <a:off x="1311549" y="3654215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7750717-62CE-9741-C781-3413285DDD5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11549" y="3782197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tx1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D5CAAA-6A70-A247-2C59-C4E9A258BD9C}"/>
              </a:ext>
            </a:extLst>
          </p:cNvPr>
          <p:cNvCxnSpPr/>
          <p:nvPr userDrawn="1"/>
        </p:nvCxnSpPr>
        <p:spPr>
          <a:xfrm>
            <a:off x="1311549" y="4301627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BB596A6-DA75-DDF0-457C-2C136740108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11549" y="44379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2B459BE-3DF9-834D-1A49-004721929648}"/>
              </a:ext>
            </a:extLst>
          </p:cNvPr>
          <p:cNvCxnSpPr/>
          <p:nvPr userDrawn="1"/>
        </p:nvCxnSpPr>
        <p:spPr>
          <a:xfrm>
            <a:off x="1311549" y="4957339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524666B9-2156-5327-6604-C477A72C19E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11549" y="508532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7591AEB-3E72-7998-F936-96457E1AEA81}"/>
              </a:ext>
            </a:extLst>
          </p:cNvPr>
          <p:cNvCxnSpPr/>
          <p:nvPr userDrawn="1"/>
        </p:nvCxnSpPr>
        <p:spPr>
          <a:xfrm>
            <a:off x="1311549" y="5604751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0EA43D43-FF9D-0422-3006-7BB689ABED2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11549" y="573273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C20E920-716D-5399-98CE-D8C7F7E83DCE}"/>
              </a:ext>
            </a:extLst>
          </p:cNvPr>
          <p:cNvCxnSpPr/>
          <p:nvPr userDrawn="1"/>
        </p:nvCxnSpPr>
        <p:spPr>
          <a:xfrm>
            <a:off x="1311549" y="6252161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850711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OC Slide -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"/>
            <a:ext cx="4286552" cy="1600201"/>
          </a:xfrm>
        </p:spPr>
        <p:txBody>
          <a:bodyPr/>
          <a:lstStyle/>
          <a:p>
            <a:r>
              <a:rPr lang="en-US"/>
              <a:t>Contents</a:t>
            </a:r>
          </a:p>
        </p:txBody>
      </p:sp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311549" y="1849598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1311549" y="2369027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1311549" y="24887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1311549" y="3008139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1311549" y="3134786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1311549" y="3654215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311549" y="3782197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1311549" y="4301627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1311549" y="44379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1311549" y="4957339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1311549" y="508532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1311549" y="5604751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1311549" y="573273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bg1">
                    <a:lumMod val="65000"/>
                  </a:schemeClr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1311549" y="6252161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37FAEEF9-51BD-7547-9D28-C4D1709E8B36}"/>
              </a:ext>
            </a:extLst>
          </p:cNvPr>
          <p:cNvSpPr/>
          <p:nvPr userDrawn="1"/>
        </p:nvSpPr>
        <p:spPr>
          <a:xfrm>
            <a:off x="624418" y="5075655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5306E0-61DD-104F-93DD-9C840B7CDCA6}"/>
              </a:ext>
            </a:extLst>
          </p:cNvPr>
          <p:cNvSpPr/>
          <p:nvPr userDrawn="1"/>
        </p:nvSpPr>
        <p:spPr>
          <a:xfrm>
            <a:off x="624418" y="5713218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F5CAA4-6852-4FE1-A6D9-E8A9254CD865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A4ABE1-A6FD-E225-CE4B-DBA94D3FC9BD}"/>
              </a:ext>
            </a:extLst>
          </p:cNvPr>
          <p:cNvSpPr/>
          <p:nvPr userDrawn="1"/>
        </p:nvSpPr>
        <p:spPr>
          <a:xfrm>
            <a:off x="624418" y="4426906"/>
            <a:ext cx="575431" cy="51942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B53F6E-20BD-0723-B35B-38D98CB6C2AF}"/>
              </a:ext>
            </a:extLst>
          </p:cNvPr>
          <p:cNvSpPr/>
          <p:nvPr userDrawn="1"/>
        </p:nvSpPr>
        <p:spPr>
          <a:xfrm>
            <a:off x="624418" y="1854282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23ABC3-0A96-3904-0A3C-CCD5D378B4DF}"/>
              </a:ext>
            </a:extLst>
          </p:cNvPr>
          <p:cNvSpPr/>
          <p:nvPr userDrawn="1"/>
        </p:nvSpPr>
        <p:spPr>
          <a:xfrm>
            <a:off x="624418" y="2491846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33CD4D-0CEE-9309-2F35-5148E4308FB4}"/>
              </a:ext>
            </a:extLst>
          </p:cNvPr>
          <p:cNvSpPr/>
          <p:nvPr userDrawn="1"/>
        </p:nvSpPr>
        <p:spPr>
          <a:xfrm>
            <a:off x="624418" y="3129408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D727FD-8259-9CC5-492B-30E03DCF5F6C}"/>
              </a:ext>
            </a:extLst>
          </p:cNvPr>
          <p:cNvSpPr/>
          <p:nvPr userDrawn="1"/>
        </p:nvSpPr>
        <p:spPr>
          <a:xfrm>
            <a:off x="624418" y="3766972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3902641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OC Slide -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"/>
            <a:ext cx="4286552" cy="1600201"/>
          </a:xfrm>
        </p:spPr>
        <p:txBody>
          <a:bodyPr/>
          <a:lstStyle/>
          <a:p>
            <a:r>
              <a:rPr lang="en-US"/>
              <a:t>Contents</a:t>
            </a:r>
          </a:p>
        </p:txBody>
      </p:sp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311549" y="1849598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1311549" y="2369027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1311549" y="24887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1311549" y="3008139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1311549" y="3134786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1311549" y="3654215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311549" y="3782197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1311549" y="4301627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1311549" y="44379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1311549" y="4957339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1311549" y="508532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1311549" y="5604751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1311549" y="573273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1311549" y="6252161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27146A4F-6A3F-EF4B-929E-5836F6BDE5E3}"/>
              </a:ext>
            </a:extLst>
          </p:cNvPr>
          <p:cNvSpPr/>
          <p:nvPr userDrawn="1"/>
        </p:nvSpPr>
        <p:spPr>
          <a:xfrm>
            <a:off x="624418" y="1854282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9E3358-3387-0344-A4E5-7F543009BFF7}"/>
              </a:ext>
            </a:extLst>
          </p:cNvPr>
          <p:cNvSpPr/>
          <p:nvPr userDrawn="1"/>
        </p:nvSpPr>
        <p:spPr>
          <a:xfrm>
            <a:off x="624418" y="2491846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86C688-264C-8644-BF91-47516BE962DC}"/>
              </a:ext>
            </a:extLst>
          </p:cNvPr>
          <p:cNvSpPr/>
          <p:nvPr userDrawn="1"/>
        </p:nvSpPr>
        <p:spPr>
          <a:xfrm>
            <a:off x="624418" y="3129408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DA01238-AB3B-E34F-9AEA-F4E521E46353}"/>
              </a:ext>
            </a:extLst>
          </p:cNvPr>
          <p:cNvSpPr/>
          <p:nvPr userDrawn="1"/>
        </p:nvSpPr>
        <p:spPr>
          <a:xfrm>
            <a:off x="624418" y="3766972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964A093-D04E-9548-A592-9ADBD095FB82}"/>
              </a:ext>
            </a:extLst>
          </p:cNvPr>
          <p:cNvSpPr/>
          <p:nvPr userDrawn="1"/>
        </p:nvSpPr>
        <p:spPr>
          <a:xfrm>
            <a:off x="624418" y="4426906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5306E0-61DD-104F-93DD-9C840B7CDCA6}"/>
              </a:ext>
            </a:extLst>
          </p:cNvPr>
          <p:cNvSpPr/>
          <p:nvPr userDrawn="1"/>
        </p:nvSpPr>
        <p:spPr>
          <a:xfrm>
            <a:off x="624418" y="5713218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2F342F-560D-45EE-AC97-0A018E8C678A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825563-9711-D6CC-C04A-30DDE63CE894}"/>
              </a:ext>
            </a:extLst>
          </p:cNvPr>
          <p:cNvSpPr/>
          <p:nvPr userDrawn="1"/>
        </p:nvSpPr>
        <p:spPr>
          <a:xfrm>
            <a:off x="624418" y="5075655"/>
            <a:ext cx="575431" cy="51942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tx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95707185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OC Slide -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"/>
            <a:ext cx="4286552" cy="1600201"/>
          </a:xfrm>
        </p:spPr>
        <p:txBody>
          <a:bodyPr/>
          <a:lstStyle/>
          <a:p>
            <a:r>
              <a:rPr lang="en-US"/>
              <a:t>Contents</a:t>
            </a:r>
          </a:p>
        </p:txBody>
      </p:sp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311549" y="1849598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1311549" y="2369027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1311549" y="24887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1311549" y="3008139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1311549" y="3134786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1311549" y="3654215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311549" y="3782197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1311549" y="4301627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1311549" y="4437910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1311549" y="4957339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1311549" y="508532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chemeClr val="accent5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1311549" y="5604751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1311549" y="5732732"/>
            <a:ext cx="6886537" cy="519429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667" b="1">
                <a:solidFill>
                  <a:srgbClr val="333333"/>
                </a:solidFill>
              </a:defRPr>
            </a:lvl1pPr>
            <a:lvl2pPr marL="609585" indent="0">
              <a:buNone/>
              <a:defRPr sz="3200"/>
            </a:lvl2pPr>
            <a:lvl3pPr marL="1219170" indent="0">
              <a:buNone/>
              <a:defRPr sz="3200"/>
            </a:lvl3pPr>
            <a:lvl4pPr marL="1828754" indent="0">
              <a:buNone/>
              <a:defRPr sz="3200"/>
            </a:lvl4pPr>
            <a:lvl5pPr marL="2438339" indent="0">
              <a:buNone/>
              <a:defRPr sz="32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1311549" y="6252161"/>
            <a:ext cx="6886537" cy="9368"/>
          </a:xfrm>
          <a:prstGeom prst="line">
            <a:avLst/>
          </a:prstGeom>
          <a:ln w="12700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27146A4F-6A3F-EF4B-929E-5836F6BDE5E3}"/>
              </a:ext>
            </a:extLst>
          </p:cNvPr>
          <p:cNvSpPr/>
          <p:nvPr userDrawn="1"/>
        </p:nvSpPr>
        <p:spPr>
          <a:xfrm>
            <a:off x="624418" y="1854282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9E3358-3387-0344-A4E5-7F543009BFF7}"/>
              </a:ext>
            </a:extLst>
          </p:cNvPr>
          <p:cNvSpPr/>
          <p:nvPr userDrawn="1"/>
        </p:nvSpPr>
        <p:spPr>
          <a:xfrm>
            <a:off x="624418" y="2491846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86C688-264C-8644-BF91-47516BE962DC}"/>
              </a:ext>
            </a:extLst>
          </p:cNvPr>
          <p:cNvSpPr/>
          <p:nvPr userDrawn="1"/>
        </p:nvSpPr>
        <p:spPr>
          <a:xfrm>
            <a:off x="624418" y="3129408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DA01238-AB3B-E34F-9AEA-F4E521E46353}"/>
              </a:ext>
            </a:extLst>
          </p:cNvPr>
          <p:cNvSpPr/>
          <p:nvPr userDrawn="1"/>
        </p:nvSpPr>
        <p:spPr>
          <a:xfrm>
            <a:off x="624418" y="3766972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964A093-D04E-9548-A592-9ADBD095FB82}"/>
              </a:ext>
            </a:extLst>
          </p:cNvPr>
          <p:cNvSpPr/>
          <p:nvPr userDrawn="1"/>
        </p:nvSpPr>
        <p:spPr>
          <a:xfrm>
            <a:off x="624418" y="4426906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FAEEF9-51BD-7547-9D28-C4D1709E8B36}"/>
              </a:ext>
            </a:extLst>
          </p:cNvPr>
          <p:cNvSpPr/>
          <p:nvPr userDrawn="1"/>
        </p:nvSpPr>
        <p:spPr>
          <a:xfrm>
            <a:off x="624418" y="5075655"/>
            <a:ext cx="575431" cy="5194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FE1CBB-80DE-4B56-92E2-5AB5EA1D8C9A}"/>
              </a:ext>
            </a:extLst>
          </p:cNvPr>
          <p:cNvSpPr txBox="1"/>
          <p:nvPr userDrawn="1"/>
        </p:nvSpPr>
        <p:spPr>
          <a:xfrm>
            <a:off x="8948936" y="6454019"/>
            <a:ext cx="303936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/>
              <a:t>NREL</a:t>
            </a:r>
            <a:r>
              <a:rPr lang="en-US" sz="1067" baseline="0"/>
              <a:t>    </a:t>
            </a:r>
            <a:r>
              <a:rPr lang="en-US" sz="1067"/>
              <a:t>|    </a:t>
            </a:r>
            <a:fld id="{BFD71CF8-5198-8441-A7C0-DC22FD64CBE4}" type="slidenum">
              <a:rPr lang="en-US" sz="1067"/>
              <a:pPr marL="0" marR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67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466371-0555-7283-D17D-9C192CB32EDF}"/>
              </a:ext>
            </a:extLst>
          </p:cNvPr>
          <p:cNvSpPr/>
          <p:nvPr userDrawn="1"/>
        </p:nvSpPr>
        <p:spPr>
          <a:xfrm>
            <a:off x="624418" y="5713218"/>
            <a:ext cx="575431" cy="51942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tx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64488568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4988864" y="2585416"/>
            <a:ext cx="6607545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4897428" y="3546869"/>
            <a:ext cx="6142709" cy="104075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533"/>
              </a:spcBef>
              <a:buNone/>
              <a:defRPr sz="1333" baseline="0"/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Publication Number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4897557" y="2846177"/>
            <a:ext cx="2822223" cy="199855"/>
          </a:xfrm>
          <a:prstGeom prst="rect">
            <a:avLst/>
          </a:prstGeom>
          <a:solidFill>
            <a:srgbClr val="FFFFFF">
              <a:alpha val="59000"/>
            </a:srgb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spcBef>
                <a:spcPts val="1600"/>
              </a:spcBef>
              <a:spcAft>
                <a:spcPts val="800"/>
              </a:spcAft>
            </a:pPr>
            <a:r>
              <a:rPr lang="en-US" sz="2400" b="1">
                <a:solidFill>
                  <a:srgbClr val="333333"/>
                </a:solidFill>
              </a:rPr>
              <a:t>  www.nrel.gov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C60F026A-EFCC-4367-BC39-EB2DA30669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7556" y="2050474"/>
            <a:ext cx="6142581" cy="286561"/>
          </a:xfrm>
          <a:noFill/>
        </p:spPr>
        <p:txBody>
          <a:bodyPr anchor="ctr" anchorCtr="0"/>
          <a:lstStyle>
            <a:lvl1pPr algn="l">
              <a:defRPr sz="5333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Q&amp;A or Thank You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4563DC19-653D-7454-17E1-810DF76308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63" b="363"/>
          <a:stretch/>
        </p:blipFill>
        <p:spPr>
          <a:xfrm>
            <a:off x="8266035" y="5570237"/>
            <a:ext cx="3061335" cy="128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75616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Simple,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4988864" y="2585416"/>
            <a:ext cx="6607545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20E77-7B7E-4A89-AB4D-1F40E9DCD4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4437" y="539751"/>
            <a:ext cx="3858684" cy="5731933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B1894FC-D6D7-FB61-EBED-713C89DC49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7428" y="3546869"/>
            <a:ext cx="6142709" cy="104075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533"/>
              </a:spcBef>
              <a:buNone/>
              <a:defRPr sz="1333" baseline="0"/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Publication Number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C57D8E-0BBD-5875-A19C-133ECB2503AB}"/>
              </a:ext>
            </a:extLst>
          </p:cNvPr>
          <p:cNvSpPr txBox="1"/>
          <p:nvPr userDrawn="1"/>
        </p:nvSpPr>
        <p:spPr>
          <a:xfrm>
            <a:off x="4897557" y="2846177"/>
            <a:ext cx="2822223" cy="199855"/>
          </a:xfrm>
          <a:prstGeom prst="rect">
            <a:avLst/>
          </a:prstGeom>
          <a:solidFill>
            <a:srgbClr val="FFFFFF">
              <a:alpha val="59000"/>
            </a:srgb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spcBef>
                <a:spcPts val="1600"/>
              </a:spcBef>
              <a:spcAft>
                <a:spcPts val="800"/>
              </a:spcAft>
            </a:pPr>
            <a:r>
              <a:rPr lang="en-US" sz="2400" b="1">
                <a:solidFill>
                  <a:srgbClr val="333333"/>
                </a:solidFill>
              </a:rPr>
              <a:t>  www.nrel.gov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CA3FFEC6-70F8-A59E-C786-B46E672E10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7556" y="2050474"/>
            <a:ext cx="6142581" cy="286561"/>
          </a:xfrm>
          <a:noFill/>
        </p:spPr>
        <p:txBody>
          <a:bodyPr anchor="ctr" anchorCtr="0"/>
          <a:lstStyle>
            <a:lvl1pPr algn="l">
              <a:defRPr sz="5333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Q&amp;A or Thank You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516AF5C8-0149-36FF-FC77-E6D24DEC17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63" b="363"/>
          <a:stretch/>
        </p:blipFill>
        <p:spPr>
          <a:xfrm>
            <a:off x="8266035" y="5570237"/>
            <a:ext cx="3061335" cy="128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46448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33061E-7711-4552-AAA9-0C165E333D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4897428" y="3297228"/>
            <a:ext cx="6171625" cy="128429"/>
          </a:xfrm>
          <a:noFill/>
        </p:spPr>
        <p:txBody>
          <a:bodyPr anchor="ctr" anchorCtr="0">
            <a:noAutofit/>
          </a:bodyPr>
          <a:lstStyle>
            <a:lvl1pPr marL="0" indent="0">
              <a:spcBef>
                <a:spcPts val="533"/>
              </a:spcBef>
              <a:buNone/>
              <a:defRPr sz="1333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Publication Number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4897556" y="2523563"/>
            <a:ext cx="6171496" cy="471813"/>
          </a:xfrm>
          <a:prstGeom prst="rect">
            <a:avLst/>
          </a:prstGeom>
          <a:solidFill>
            <a:schemeClr val="accent1">
              <a:alpha val="75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1600"/>
              </a:spcBef>
              <a:spcAft>
                <a:spcPts val="800"/>
              </a:spcAft>
            </a:pPr>
            <a:r>
              <a:rPr lang="en-US" sz="2400" b="1">
                <a:solidFill>
                  <a:schemeClr val="bg1"/>
                </a:solidFill>
              </a:rPr>
              <a:t>  www.nrel.gov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C60F026A-EFCC-4367-BC39-EB2DA30669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7555" y="876348"/>
            <a:ext cx="7294444" cy="1460688"/>
          </a:xfrm>
          <a:solidFill>
            <a:schemeClr val="accent1">
              <a:alpha val="75000"/>
            </a:schemeClr>
          </a:solidFill>
        </p:spPr>
        <p:txBody>
          <a:bodyPr lIns="182880" tIns="182880" rIns="182880" bIns="0" anchor="ctr" anchorCtr="0"/>
          <a:lstStyle>
            <a:lvl1pPr algn="l">
              <a:defRPr sz="5333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Q&amp;A or 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6DEF8E-6A3C-0923-420E-9948B4C52A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363" b="363"/>
          <a:stretch/>
        </p:blipFill>
        <p:spPr>
          <a:xfrm>
            <a:off x="8266035" y="5570237"/>
            <a:ext cx="3061335" cy="12877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BE0CFF-97E6-4CAB-9B8B-8E18EC82F557}"/>
              </a:ext>
            </a:extLst>
          </p:cNvPr>
          <p:cNvSpPr txBox="1"/>
          <p:nvPr userDrawn="1"/>
        </p:nvSpPr>
        <p:spPr>
          <a:xfrm>
            <a:off x="623273" y="6441283"/>
            <a:ext cx="2791327" cy="2667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i="1" dirty="0">
                <a:solidFill>
                  <a:schemeClr val="bg1">
                    <a:lumMod val="50000"/>
                  </a:schemeClr>
                </a:solidFill>
              </a:rPr>
              <a:t>Photo from Getty-181828180</a:t>
            </a:r>
          </a:p>
        </p:txBody>
      </p:sp>
    </p:spTree>
    <p:extLst>
      <p:ext uri="{BB962C8B-B14F-4D97-AF65-F5344CB8AC3E}">
        <p14:creationId xmlns:p14="http://schemas.microsoft.com/office/powerpoint/2010/main" val="21096369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photo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FCEB231-12B9-4371-884F-701E87812F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C60F026A-EFCC-4367-BC39-EB2DA30669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7555" y="876348"/>
            <a:ext cx="7294444" cy="1460688"/>
          </a:xfrm>
          <a:solidFill>
            <a:schemeClr val="accent1">
              <a:alpha val="75000"/>
            </a:schemeClr>
          </a:solidFill>
        </p:spPr>
        <p:txBody>
          <a:bodyPr lIns="182880" tIns="182880" rIns="182880" bIns="0" anchor="ctr" anchorCtr="0"/>
          <a:lstStyle>
            <a:lvl1pPr algn="l">
              <a:defRPr sz="5333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Q&amp;A or Thank You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98CF4B6-1F8E-49B7-9D65-1BEB4C106A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4437" y="876348"/>
            <a:ext cx="3858684" cy="5395336"/>
          </a:xfrm>
        </p:spPr>
        <p:txBody>
          <a:bodyPr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AB3D43-F176-408E-8352-9073A9332F2D}"/>
              </a:ext>
            </a:extLst>
          </p:cNvPr>
          <p:cNvSpPr txBox="1"/>
          <p:nvPr userDrawn="1"/>
        </p:nvSpPr>
        <p:spPr>
          <a:xfrm>
            <a:off x="4897556" y="2523563"/>
            <a:ext cx="6171496" cy="471813"/>
          </a:xfrm>
          <a:prstGeom prst="rect">
            <a:avLst/>
          </a:prstGeom>
          <a:solidFill>
            <a:schemeClr val="accent1">
              <a:alpha val="75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1600"/>
              </a:spcBef>
              <a:spcAft>
                <a:spcPts val="800"/>
              </a:spcAft>
            </a:pPr>
            <a:r>
              <a:rPr lang="en-US" sz="2400" b="1">
                <a:solidFill>
                  <a:schemeClr val="bg1"/>
                </a:solidFill>
              </a:rPr>
              <a:t>  www.nrel.gov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7A1F81B0-D7ED-018A-A9F5-D17CA26887A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7428" y="3297228"/>
            <a:ext cx="6171625" cy="128429"/>
          </a:xfrm>
          <a:noFill/>
        </p:spPr>
        <p:txBody>
          <a:bodyPr anchor="ctr" anchorCtr="0">
            <a:noAutofit/>
          </a:bodyPr>
          <a:lstStyle>
            <a:lvl1pPr marL="0" indent="0">
              <a:spcBef>
                <a:spcPts val="533"/>
              </a:spcBef>
              <a:buNone/>
              <a:defRPr sz="1333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Publication Number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8CE4DE74-2357-9EBB-3081-574CEE5F82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363" b="363"/>
          <a:stretch/>
        </p:blipFill>
        <p:spPr>
          <a:xfrm>
            <a:off x="8266035" y="5570237"/>
            <a:ext cx="3061335" cy="12877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E1C4BF4-E848-475B-A465-7CD63F2FC0D8}"/>
              </a:ext>
            </a:extLst>
          </p:cNvPr>
          <p:cNvSpPr txBox="1"/>
          <p:nvPr userDrawn="1"/>
        </p:nvSpPr>
        <p:spPr>
          <a:xfrm>
            <a:off x="623273" y="6441283"/>
            <a:ext cx="2791327" cy="2667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00" i="1" dirty="0">
                <a:solidFill>
                  <a:schemeClr val="bg1">
                    <a:lumMod val="50000"/>
                  </a:schemeClr>
                </a:solidFill>
              </a:rPr>
              <a:t>Photo from Getty-181828180</a:t>
            </a:r>
          </a:p>
        </p:txBody>
      </p:sp>
    </p:spTree>
    <p:extLst>
      <p:ext uri="{BB962C8B-B14F-4D97-AF65-F5344CB8AC3E}">
        <p14:creationId xmlns:p14="http://schemas.microsoft.com/office/powerpoint/2010/main" val="577791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9.xml"/><Relationship Id="rId39" Type="http://schemas.openxmlformats.org/officeDocument/2006/relationships/slideLayout" Target="../slideLayouts/slideLayout52.xml"/><Relationship Id="rId21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47.xml"/><Relationship Id="rId42" Type="http://schemas.openxmlformats.org/officeDocument/2006/relationships/slideLayout" Target="../slideLayouts/slideLayout55.xml"/><Relationship Id="rId47" Type="http://schemas.openxmlformats.org/officeDocument/2006/relationships/slideLayout" Target="../slideLayouts/slideLayout60.xml"/><Relationship Id="rId50" Type="http://schemas.openxmlformats.org/officeDocument/2006/relationships/slideLayout" Target="../slideLayouts/slideLayout63.xml"/><Relationship Id="rId55" Type="http://schemas.openxmlformats.org/officeDocument/2006/relationships/slideLayout" Target="../slideLayouts/slideLayout68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9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32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50.xml"/><Relationship Id="rId40" Type="http://schemas.openxmlformats.org/officeDocument/2006/relationships/slideLayout" Target="../slideLayouts/slideLayout53.xml"/><Relationship Id="rId45" Type="http://schemas.openxmlformats.org/officeDocument/2006/relationships/slideLayout" Target="../slideLayouts/slideLayout58.xml"/><Relationship Id="rId53" Type="http://schemas.openxmlformats.org/officeDocument/2006/relationships/slideLayout" Target="../slideLayouts/slideLayout66.xml"/><Relationship Id="rId58" Type="http://schemas.openxmlformats.org/officeDocument/2006/relationships/slideLayout" Target="../slideLayouts/slideLayout71.xml"/><Relationship Id="rId5" Type="http://schemas.openxmlformats.org/officeDocument/2006/relationships/slideLayout" Target="../slideLayouts/slideLayout18.xml"/><Relationship Id="rId61" Type="http://schemas.openxmlformats.org/officeDocument/2006/relationships/slideLayout" Target="../slideLayouts/slideLayout74.xml"/><Relationship Id="rId1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8.xml"/><Relationship Id="rId43" Type="http://schemas.openxmlformats.org/officeDocument/2006/relationships/slideLayout" Target="../slideLayouts/slideLayout56.xml"/><Relationship Id="rId48" Type="http://schemas.openxmlformats.org/officeDocument/2006/relationships/slideLayout" Target="../slideLayouts/slideLayout61.xml"/><Relationship Id="rId56" Type="http://schemas.openxmlformats.org/officeDocument/2006/relationships/slideLayout" Target="../slideLayouts/slideLayout69.xml"/><Relationship Id="rId8" Type="http://schemas.openxmlformats.org/officeDocument/2006/relationships/slideLayout" Target="../slideLayouts/slideLayout21.xml"/><Relationship Id="rId51" Type="http://schemas.openxmlformats.org/officeDocument/2006/relationships/slideLayout" Target="../slideLayouts/slideLayout64.xml"/><Relationship Id="rId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33" Type="http://schemas.openxmlformats.org/officeDocument/2006/relationships/slideLayout" Target="../slideLayouts/slideLayout46.xml"/><Relationship Id="rId38" Type="http://schemas.openxmlformats.org/officeDocument/2006/relationships/slideLayout" Target="../slideLayouts/slideLayout51.xml"/><Relationship Id="rId46" Type="http://schemas.openxmlformats.org/officeDocument/2006/relationships/slideLayout" Target="../slideLayouts/slideLayout59.xml"/><Relationship Id="rId59" Type="http://schemas.openxmlformats.org/officeDocument/2006/relationships/slideLayout" Target="../slideLayouts/slideLayout72.xml"/><Relationship Id="rId20" Type="http://schemas.openxmlformats.org/officeDocument/2006/relationships/slideLayout" Target="../slideLayouts/slideLayout33.xml"/><Relationship Id="rId41" Type="http://schemas.openxmlformats.org/officeDocument/2006/relationships/slideLayout" Target="../slideLayouts/slideLayout54.xml"/><Relationship Id="rId54" Type="http://schemas.openxmlformats.org/officeDocument/2006/relationships/slideLayout" Target="../slideLayouts/slideLayout67.xml"/><Relationship Id="rId62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41.xml"/><Relationship Id="rId36" Type="http://schemas.openxmlformats.org/officeDocument/2006/relationships/slideLayout" Target="../slideLayouts/slideLayout49.xml"/><Relationship Id="rId49" Type="http://schemas.openxmlformats.org/officeDocument/2006/relationships/slideLayout" Target="../slideLayouts/slideLayout62.xml"/><Relationship Id="rId57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23.xml"/><Relationship Id="rId31" Type="http://schemas.openxmlformats.org/officeDocument/2006/relationships/slideLayout" Target="../slideLayouts/slideLayout44.xml"/><Relationship Id="rId44" Type="http://schemas.openxmlformats.org/officeDocument/2006/relationships/slideLayout" Target="../slideLayouts/slideLayout57.xml"/><Relationship Id="rId52" Type="http://schemas.openxmlformats.org/officeDocument/2006/relationships/slideLayout" Target="../slideLayouts/slideLayout65.xml"/><Relationship Id="rId6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5B1C88-93CC-2A01-876D-9B8068C06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C9B31-1D5F-0A22-F4F7-5CA43A35A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DA4A6-2B62-3FF7-81A9-D96C2F241E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0EE81D-AAFB-DD4A-AC65-5B314E064D42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6FF3A-672C-96EE-EA91-6A378B2FC3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7051E-86B9-E56D-752E-9AA24D4C1E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DFB521-D9E4-A341-9D94-87EF6C198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737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72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"/>
            <a:ext cx="5497435" cy="1600201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118872" rIns="91440" bIns="45720" rtlCol="0" anchor="ctr">
            <a:noAutofit/>
          </a:bodyPr>
          <a:lstStyle/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73689"/>
            <a:ext cx="10972800" cy="43524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298283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  <p:sldLayoutId id="2147483688" r:id="rId25"/>
    <p:sldLayoutId id="2147483689" r:id="rId26"/>
    <p:sldLayoutId id="2147483690" r:id="rId27"/>
    <p:sldLayoutId id="2147483691" r:id="rId28"/>
    <p:sldLayoutId id="2147483692" r:id="rId29"/>
    <p:sldLayoutId id="2147483693" r:id="rId30"/>
    <p:sldLayoutId id="2147483694" r:id="rId31"/>
    <p:sldLayoutId id="2147483695" r:id="rId32"/>
    <p:sldLayoutId id="2147483696" r:id="rId33"/>
    <p:sldLayoutId id="2147483697" r:id="rId34"/>
    <p:sldLayoutId id="2147483698" r:id="rId35"/>
    <p:sldLayoutId id="2147483699" r:id="rId36"/>
    <p:sldLayoutId id="2147483700" r:id="rId37"/>
    <p:sldLayoutId id="2147483701" r:id="rId38"/>
    <p:sldLayoutId id="2147483702" r:id="rId39"/>
    <p:sldLayoutId id="2147483703" r:id="rId40"/>
    <p:sldLayoutId id="2147483704" r:id="rId41"/>
    <p:sldLayoutId id="2147483705" r:id="rId42"/>
    <p:sldLayoutId id="2147483706" r:id="rId43"/>
    <p:sldLayoutId id="2147483707" r:id="rId44"/>
    <p:sldLayoutId id="2147483708" r:id="rId45"/>
    <p:sldLayoutId id="2147483709" r:id="rId46"/>
    <p:sldLayoutId id="2147483710" r:id="rId47"/>
    <p:sldLayoutId id="2147483711" r:id="rId48"/>
    <p:sldLayoutId id="2147483712" r:id="rId49"/>
    <p:sldLayoutId id="2147483713" r:id="rId50"/>
    <p:sldLayoutId id="2147483714" r:id="rId51"/>
    <p:sldLayoutId id="2147483715" r:id="rId52"/>
    <p:sldLayoutId id="2147483716" r:id="rId53"/>
    <p:sldLayoutId id="2147483717" r:id="rId54"/>
    <p:sldLayoutId id="2147483718" r:id="rId55"/>
    <p:sldLayoutId id="2147483719" r:id="rId56"/>
    <p:sldLayoutId id="2147483720" r:id="rId57"/>
    <p:sldLayoutId id="2147483721" r:id="rId58"/>
    <p:sldLayoutId id="2147483722" r:id="rId59"/>
    <p:sldLayoutId id="2147483723" r:id="rId60"/>
    <p:sldLayoutId id="2147483724" r:id="rId61"/>
  </p:sldLayoutIdLst>
  <p:hf hdr="0" dt="0"/>
  <p:txStyles>
    <p:titleStyle>
      <a:lvl1pPr marL="0" algn="ctr" defTabSz="609585" rtl="0" eaLnBrk="1" latinLnBrk="0" hangingPunct="1">
        <a:lnSpc>
          <a:spcPts val="3733"/>
        </a:lnSpc>
        <a:spcBef>
          <a:spcPts val="0"/>
        </a:spcBef>
        <a:buNone/>
        <a:defRPr sz="4000" kern="1200" spc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609585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13818" indent="-302676" algn="l" defTabSz="609585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073124" indent="-232828" algn="l" defTabSz="243834" rtl="0" eaLnBrk="1" latinLnBrk="0" hangingPunct="1">
        <a:spcBef>
          <a:spcPct val="20000"/>
        </a:spcBef>
        <a:buSzPct val="100000"/>
        <a:buFont typeface="System Font Regular"/>
        <a:buChar char="◦"/>
        <a:tabLst/>
        <a:defRPr sz="2933" kern="1200">
          <a:solidFill>
            <a:schemeClr val="tx1"/>
          </a:solidFill>
          <a:latin typeface="+mn-lt"/>
          <a:ea typeface="+mn-ea"/>
          <a:cs typeface="+mn-cs"/>
        </a:defRPr>
      </a:lvl3pPr>
      <a:lvl4pPr marL="1526079" indent="-304792" algn="l" defTabSz="609585" rtl="0" eaLnBrk="1" latinLnBrk="0" hangingPunct="1">
        <a:spcBef>
          <a:spcPct val="20000"/>
        </a:spcBef>
        <a:buFont typeface="Arial"/>
        <a:buChar char="–"/>
        <a:tabLst>
          <a:tab pos="1210703" algn="l"/>
        </a:tabLst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1445648" indent="-226478" algn="l" defTabSz="609585" rtl="0" eaLnBrk="1" latinLnBrk="0" hangingPunct="1">
        <a:spcBef>
          <a:spcPct val="20000"/>
        </a:spcBef>
        <a:buFont typeface="Wingdings" pitchFamily="2" charset="2"/>
        <a:buChar char="§"/>
        <a:tabLst>
          <a:tab pos="1445648" algn="l"/>
        </a:tabLst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C31BE8-3FC2-48DC-8122-6996DFD70A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ExtremeSolarTexas</a:t>
            </a:r>
            <a:endParaRPr lang="en-US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4C8032-F3D0-4D5C-9FB7-23E1CD92EB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National Renewable Energy Laboratory</a:t>
            </a:r>
          </a:p>
          <a:p>
            <a:r>
              <a:rPr lang="en-US" dirty="0"/>
              <a:t>Pablo </a:t>
            </a:r>
            <a:r>
              <a:rPr lang="en-US" dirty="0" err="1"/>
              <a:t>Botin</a:t>
            </a:r>
            <a:endParaRPr lang="en-US" dirty="0"/>
          </a:p>
          <a:p>
            <a:r>
              <a:rPr lang="en-US" dirty="0"/>
              <a:t>October 2025</a:t>
            </a:r>
          </a:p>
        </p:txBody>
      </p:sp>
    </p:spTree>
    <p:extLst>
      <p:ext uri="{BB962C8B-B14F-4D97-AF65-F5344CB8AC3E}">
        <p14:creationId xmlns:p14="http://schemas.microsoft.com/office/powerpoint/2010/main" val="3429737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F6503-C272-087C-D2E7-3AD0A7507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D41B8C-AE1F-6F1A-E4F7-A24BBE2DC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94751"/>
            <a:ext cx="11179534" cy="878454"/>
          </a:xfrm>
        </p:spPr>
        <p:txBody>
          <a:bodyPr/>
          <a:lstStyle/>
          <a:p>
            <a:r>
              <a:rPr lang="en-US" sz="3600" dirty="0"/>
              <a:t>Understanding the Model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54A4690-54B7-7540-CF50-D37BFF0723C0}"/>
              </a:ext>
            </a:extLst>
          </p:cNvPr>
          <p:cNvSpPr txBox="1">
            <a:spLocks/>
          </p:cNvSpPr>
          <p:nvPr/>
        </p:nvSpPr>
        <p:spPr>
          <a:xfrm>
            <a:off x="479063" y="1318846"/>
            <a:ext cx="11588889" cy="179363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39C2FD-DCA7-C3AF-9742-79492492E7E0}"/>
              </a:ext>
            </a:extLst>
          </p:cNvPr>
          <p:cNvSpPr txBox="1"/>
          <p:nvPr/>
        </p:nvSpPr>
        <p:spPr>
          <a:xfrm>
            <a:off x="186742" y="982234"/>
            <a:ext cx="11881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lang="en-US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6CD6E1-FB75-4475-17F8-456037A3DF79}"/>
              </a:ext>
            </a:extLst>
          </p:cNvPr>
          <p:cNvSpPr txBox="1"/>
          <p:nvPr/>
        </p:nvSpPr>
        <p:spPr>
          <a:xfrm>
            <a:off x="635266" y="1241511"/>
            <a:ext cx="1125193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-    Represented electric grid: </a:t>
            </a:r>
            <a:r>
              <a:rPr lang="en-US" sz="2200" dirty="0"/>
              <a:t>Texas power system derived from the ACTIVSg2000 test case, extended with large-scale solar, wind, and hydro additions to study high‑renewable scenarios.</a:t>
            </a:r>
          </a:p>
          <a:p>
            <a:r>
              <a:rPr lang="en-US" sz="2200" b="1" dirty="0"/>
              <a:t>-    Implementation: </a:t>
            </a:r>
            <a:r>
              <a:rPr lang="en-US" sz="2200" dirty="0"/>
              <a:t>Copperplate power model; modeled as a single-node (infinite transmission capacity) system so energy flows freely across the system (transmission constraints and congestion are ignored).</a:t>
            </a:r>
          </a:p>
          <a:p>
            <a:pPr marL="285750" indent="-285750">
              <a:buFontTx/>
              <a:buChar char="-"/>
            </a:pPr>
            <a:r>
              <a:rPr lang="en-US" sz="2200" b="1" dirty="0"/>
              <a:t> The system: </a:t>
            </a:r>
          </a:p>
          <a:p>
            <a:pPr marL="742950" lvl="1" indent="-285750">
              <a:buFontTx/>
              <a:buChar char="-"/>
            </a:pPr>
            <a:r>
              <a:rPr lang="en-US" sz="2200" dirty="0"/>
              <a:t>Contains detailed static plant capacity, prime‑mover types (PV, WT, hydro, thermal)</a:t>
            </a:r>
          </a:p>
          <a:p>
            <a:pPr marL="1200150" lvl="2" indent="-285750">
              <a:buFontTx/>
              <a:buChar char="-"/>
            </a:pPr>
            <a:r>
              <a:rPr lang="en-US" sz="2200" dirty="0"/>
              <a:t>Thermal units include detailed operational/economic parameters (is that why thermal processing takes so long?)</a:t>
            </a:r>
          </a:p>
          <a:p>
            <a:pPr marL="1200150" lvl="2" indent="-285750">
              <a:buFontTx/>
              <a:buChar char="-"/>
            </a:pPr>
            <a:r>
              <a:rPr lang="en-US" sz="2200" dirty="0"/>
              <a:t>Loads and renewables have time‑series attached.</a:t>
            </a:r>
          </a:p>
          <a:p>
            <a:pPr marL="285750" indent="-285750">
              <a:buFontTx/>
              <a:buChar char="-"/>
            </a:pPr>
            <a:r>
              <a:rPr lang="en-US" sz="2200" b="1" dirty="0"/>
              <a:t> Purpose: </a:t>
            </a:r>
            <a:r>
              <a:rPr lang="en-US" sz="2200" dirty="0"/>
              <a:t>This model is the basis for simulations to analyze the effect of a high penetration of renewables in the grid.</a:t>
            </a:r>
          </a:p>
          <a:p>
            <a:r>
              <a:rPr lang="en-US" sz="2200" dirty="0"/>
              <a:t>-    </a:t>
            </a:r>
            <a:r>
              <a:rPr lang="en-US" sz="2200" b="1" dirty="0"/>
              <a:t>Files: </a:t>
            </a:r>
            <a:r>
              <a:rPr lang="en-US" sz="2200" dirty="0"/>
              <a:t>JSON snapshots of different version of the system, HDF5 time series, geo CSVs, and analysis/plots…</a:t>
            </a: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127194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1072F-CF54-D602-667A-22ACE99FF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E5809B-305F-91A3-6A2D-37C0F8847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371" y="186742"/>
            <a:ext cx="11225257" cy="703274"/>
          </a:xfrm>
        </p:spPr>
        <p:txBody>
          <a:bodyPr/>
          <a:lstStyle/>
          <a:p>
            <a:r>
              <a:rPr lang="en-US" sz="3600" dirty="0"/>
              <a:t>Output files that are interesting for analysis.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AC55FB-DA4C-E5F8-9230-FA4F9BC48F3D}"/>
              </a:ext>
            </a:extLst>
          </p:cNvPr>
          <p:cNvSpPr txBox="1"/>
          <p:nvPr/>
        </p:nvSpPr>
        <p:spPr>
          <a:xfrm>
            <a:off x="340571" y="1068257"/>
            <a:ext cx="115108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Sys_base.json</a:t>
            </a:r>
            <a:r>
              <a:rPr lang="en-US" b="1" dirty="0"/>
              <a:t>; </a:t>
            </a:r>
            <a:r>
              <a:rPr lang="en-US" dirty="0"/>
              <a:t>Basic system includes all the components but no time series attached.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DA_sys.json</a:t>
            </a:r>
            <a:r>
              <a:rPr lang="en-US" b="1" dirty="0"/>
              <a:t>;</a:t>
            </a:r>
            <a:r>
              <a:rPr lang="en-US" dirty="0"/>
              <a:t> Deterministic day‑ahead system snapshot with attached load forecasts and hydro/wind/solar DA time series.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may_19_sys_DA.json;</a:t>
            </a:r>
            <a:r>
              <a:rPr lang="en-US" dirty="0"/>
              <a:t> Copy of </a:t>
            </a:r>
            <a:r>
              <a:rPr lang="en-US" dirty="0" err="1"/>
              <a:t>DA_sys</a:t>
            </a:r>
            <a:r>
              <a:rPr lang="en-US" dirty="0"/>
              <a:t> with time series reduced to a single day. Useful for analysis of daily pattern.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DA_sys_31_scenarios.json;</a:t>
            </a:r>
            <a:r>
              <a:rPr lang="en-US" dirty="0"/>
              <a:t> System snapshot containing 31-member solar trajectory scenarios for stochastic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DA_sys_84_scenarios.json;</a:t>
            </a:r>
            <a:r>
              <a:rPr lang="en-US" dirty="0"/>
              <a:t> System snapshot containing 84-member solar trajectory scenarios for stochastic analysis.</a:t>
            </a:r>
            <a:endParaRPr lang="en-US" sz="2400" dirty="0"/>
          </a:p>
          <a:p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806371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568FD-F9AD-F08F-A6D2-2EDD97F6D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7F972F-A929-AAC4-30A1-D5BEAD665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535" y="272086"/>
            <a:ext cx="9792929" cy="878454"/>
          </a:xfrm>
        </p:spPr>
        <p:txBody>
          <a:bodyPr/>
          <a:lstStyle/>
          <a:p>
            <a:r>
              <a:rPr lang="en-US" sz="3600" dirty="0"/>
              <a:t>Characterization of the System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FEE2D62-79A4-1EE2-E2F2-84C3CF681D09}"/>
              </a:ext>
            </a:extLst>
          </p:cNvPr>
          <p:cNvSpPr txBox="1">
            <a:spLocks/>
          </p:cNvSpPr>
          <p:nvPr/>
        </p:nvSpPr>
        <p:spPr>
          <a:xfrm>
            <a:off x="479063" y="1318846"/>
            <a:ext cx="11588889" cy="179363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501D4E-275A-B2E8-FAFF-4DBBF2765852}"/>
              </a:ext>
            </a:extLst>
          </p:cNvPr>
          <p:cNvSpPr txBox="1"/>
          <p:nvPr/>
        </p:nvSpPr>
        <p:spPr>
          <a:xfrm>
            <a:off x="186742" y="982234"/>
            <a:ext cx="11881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lang="en-US" dirty="0">
                <a:solidFill>
                  <a:srgbClr val="C00000"/>
                </a:solidFill>
              </a:rPr>
              <a:t> </a:t>
            </a:r>
          </a:p>
        </p:txBody>
      </p:sp>
      <p:pic>
        <p:nvPicPr>
          <p:cNvPr id="7" name="Picture 6" descr="Table&#10;&#10;AI-generated content may be incorrect.">
            <a:extLst>
              <a:ext uri="{FF2B5EF4-FFF2-40B4-BE49-F238E27FC236}">
                <a16:creationId xmlns:a16="http://schemas.microsoft.com/office/drawing/2014/main" id="{47168114-FB33-3904-63E1-CAF450A21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71" y="2408673"/>
            <a:ext cx="2921534" cy="1639305"/>
          </a:xfrm>
          <a:prstGeom prst="rect">
            <a:avLst/>
          </a:prstGeom>
        </p:spPr>
      </p:pic>
      <p:pic>
        <p:nvPicPr>
          <p:cNvPr id="9" name="Picture 8" descr="Text&#10;&#10;AI-generated content may be incorrect.">
            <a:extLst>
              <a:ext uri="{FF2B5EF4-FFF2-40B4-BE49-F238E27FC236}">
                <a16:creationId xmlns:a16="http://schemas.microsoft.com/office/drawing/2014/main" id="{8FFA886C-430A-FF61-6099-40B9FC4FC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2499" y="1389644"/>
            <a:ext cx="3269927" cy="3593836"/>
          </a:xfrm>
          <a:prstGeom prst="rect">
            <a:avLst/>
          </a:prstGeom>
        </p:spPr>
      </p:pic>
      <p:pic>
        <p:nvPicPr>
          <p:cNvPr id="11" name="Picture 10" descr="Calendar&#10;&#10;AI-generated content may be incorrect.">
            <a:extLst>
              <a:ext uri="{FF2B5EF4-FFF2-40B4-BE49-F238E27FC236}">
                <a16:creationId xmlns:a16="http://schemas.microsoft.com/office/drawing/2014/main" id="{ADCC8D5C-4584-323A-54AD-A037CD2D99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571" y="5113984"/>
            <a:ext cx="10374630" cy="156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77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4EDB3-C86B-71C2-D727-1AC19CF8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CA298D-D0A2-D761-B55C-F4E18D79C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535" y="272086"/>
            <a:ext cx="9792929" cy="878454"/>
          </a:xfrm>
        </p:spPr>
        <p:txBody>
          <a:bodyPr/>
          <a:lstStyle/>
          <a:p>
            <a:r>
              <a:rPr lang="en-US" sz="3600" dirty="0"/>
              <a:t>Capacity Statistics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C910DED-2DE0-848C-21C2-D5DE04D2D477}"/>
              </a:ext>
            </a:extLst>
          </p:cNvPr>
          <p:cNvSpPr txBox="1">
            <a:spLocks/>
          </p:cNvSpPr>
          <p:nvPr/>
        </p:nvSpPr>
        <p:spPr>
          <a:xfrm>
            <a:off x="479063" y="1318846"/>
            <a:ext cx="11588889" cy="179363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5D3670-5B7B-2A59-2B08-C209B4834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63" y="1487153"/>
            <a:ext cx="3144247" cy="2309960"/>
          </a:xfrm>
          <a:prstGeom prst="rect">
            <a:avLst/>
          </a:prstGeom>
        </p:spPr>
      </p:pic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37B4B243-39CA-F7DF-4776-69D36BEDC0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3492491"/>
              </p:ext>
            </p:extLst>
          </p:nvPr>
        </p:nvGraphicFramePr>
        <p:xfrm>
          <a:off x="3919446" y="1601453"/>
          <a:ext cx="2830830" cy="25247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87ED7C1-48BB-93E7-02D8-953B49D379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862197"/>
              </p:ext>
            </p:extLst>
          </p:nvPr>
        </p:nvGraphicFramePr>
        <p:xfrm>
          <a:off x="3995011" y="4325620"/>
          <a:ext cx="2679700" cy="1054100"/>
        </p:xfrm>
        <a:graphic>
          <a:graphicData uri="http://schemas.openxmlformats.org/drawingml/2006/table">
            <a:tbl>
              <a:tblPr/>
              <a:tblGrid>
                <a:gridCol w="1852984">
                  <a:extLst>
                    <a:ext uri="{9D8B030D-6E8A-4147-A177-3AD203B41FA5}">
                      <a16:colId xmlns:a16="http://schemas.microsoft.com/office/drawing/2014/main" val="2608238882"/>
                    </a:ext>
                  </a:extLst>
                </a:gridCol>
                <a:gridCol w="826716">
                  <a:extLst>
                    <a:ext uri="{9D8B030D-6E8A-4147-A177-3AD203B41FA5}">
                      <a16:colId xmlns:a16="http://schemas.microsoft.com/office/drawing/2014/main" val="2095361294"/>
                    </a:ext>
                  </a:extLst>
                </a:gridCol>
              </a:tblGrid>
              <a:tr h="2159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Renewables mix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68860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Wind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14755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26949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Hydro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1581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252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Solar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22567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689745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Renewables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38903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969097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D9CDB4D-44A9-0F6A-500C-358D4BB75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739467"/>
              </p:ext>
            </p:extLst>
          </p:nvPr>
        </p:nvGraphicFramePr>
        <p:xfrm>
          <a:off x="479063" y="4008120"/>
          <a:ext cx="2679700" cy="635000"/>
        </p:xfrm>
        <a:graphic>
          <a:graphicData uri="http://schemas.openxmlformats.org/drawingml/2006/table">
            <a:tbl>
              <a:tblPr/>
              <a:tblGrid>
                <a:gridCol w="1852984">
                  <a:extLst>
                    <a:ext uri="{9D8B030D-6E8A-4147-A177-3AD203B41FA5}">
                      <a16:colId xmlns:a16="http://schemas.microsoft.com/office/drawing/2014/main" val="1463201716"/>
                    </a:ext>
                  </a:extLst>
                </a:gridCol>
                <a:gridCol w="826716">
                  <a:extLst>
                    <a:ext uri="{9D8B030D-6E8A-4147-A177-3AD203B41FA5}">
                      <a16:colId xmlns:a16="http://schemas.microsoft.com/office/drawing/2014/main" val="3410309781"/>
                    </a:ext>
                  </a:extLst>
                </a:gridCol>
              </a:tblGrid>
              <a:tr h="2159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Capacity mix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351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Renewables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38903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294555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Thermal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138346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3550185"/>
                  </a:ext>
                </a:extLst>
              </a:tr>
            </a:tbl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66020D6E-239E-FCFF-CC41-E24246EC4B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2975458"/>
              </p:ext>
            </p:extLst>
          </p:nvPr>
        </p:nvGraphicFramePr>
        <p:xfrm>
          <a:off x="7115085" y="1381297"/>
          <a:ext cx="3686265" cy="35221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1438037-1060-B57D-DDF0-BAFBC23E7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246056"/>
              </p:ext>
            </p:extLst>
          </p:nvPr>
        </p:nvGraphicFramePr>
        <p:xfrm>
          <a:off x="7727950" y="5062220"/>
          <a:ext cx="2679700" cy="635000"/>
        </p:xfrm>
        <a:graphic>
          <a:graphicData uri="http://schemas.openxmlformats.org/drawingml/2006/table">
            <a:tbl>
              <a:tblPr/>
              <a:tblGrid>
                <a:gridCol w="1852984">
                  <a:extLst>
                    <a:ext uri="{9D8B030D-6E8A-4147-A177-3AD203B41FA5}">
                      <a16:colId xmlns:a16="http://schemas.microsoft.com/office/drawing/2014/main" val="1495581356"/>
                    </a:ext>
                  </a:extLst>
                </a:gridCol>
                <a:gridCol w="826716">
                  <a:extLst>
                    <a:ext uri="{9D8B030D-6E8A-4147-A177-3AD203B41FA5}">
                      <a16:colId xmlns:a16="http://schemas.microsoft.com/office/drawing/2014/main" val="2850851757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Generation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177250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6720677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Load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305453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Delta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-176468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85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4732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98E4D-56DE-63D2-2920-99C5C76A9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75DA49-26EA-507F-C07E-9067CA034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70" y="101037"/>
            <a:ext cx="10995659" cy="607623"/>
          </a:xfrm>
        </p:spPr>
        <p:txBody>
          <a:bodyPr/>
          <a:lstStyle/>
          <a:p>
            <a:r>
              <a:rPr lang="en-US" sz="3600" dirty="0"/>
              <a:t>Time Series – Data Files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70EB3DE-A81B-F5C3-265D-CCF1A1EABD93}"/>
              </a:ext>
            </a:extLst>
          </p:cNvPr>
          <p:cNvSpPr txBox="1">
            <a:spLocks/>
          </p:cNvSpPr>
          <p:nvPr/>
        </p:nvSpPr>
        <p:spPr>
          <a:xfrm>
            <a:off x="479063" y="1318846"/>
            <a:ext cx="11588889" cy="179363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B7870B-9D36-1FF4-76FB-C470919DC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105515"/>
              </p:ext>
            </p:extLst>
          </p:nvPr>
        </p:nvGraphicFramePr>
        <p:xfrm>
          <a:off x="594359" y="788670"/>
          <a:ext cx="10995660" cy="5673389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748915">
                  <a:extLst>
                    <a:ext uri="{9D8B030D-6E8A-4147-A177-3AD203B41FA5}">
                      <a16:colId xmlns:a16="http://schemas.microsoft.com/office/drawing/2014/main" val="3875126447"/>
                    </a:ext>
                  </a:extLst>
                </a:gridCol>
                <a:gridCol w="3263266">
                  <a:extLst>
                    <a:ext uri="{9D8B030D-6E8A-4147-A177-3AD203B41FA5}">
                      <a16:colId xmlns:a16="http://schemas.microsoft.com/office/drawing/2014/main" val="3776050056"/>
                    </a:ext>
                  </a:extLst>
                </a:gridCol>
                <a:gridCol w="2234564">
                  <a:extLst>
                    <a:ext uri="{9D8B030D-6E8A-4147-A177-3AD203B41FA5}">
                      <a16:colId xmlns:a16="http://schemas.microsoft.com/office/drawing/2014/main" val="3423264689"/>
                    </a:ext>
                  </a:extLst>
                </a:gridCol>
                <a:gridCol w="2748915">
                  <a:extLst>
                    <a:ext uri="{9D8B030D-6E8A-4147-A177-3AD203B41FA5}">
                      <a16:colId xmlns:a16="http://schemas.microsoft.com/office/drawing/2014/main" val="649428214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effectLst/>
                        </a:rPr>
                        <a:t>Aspect</a:t>
                      </a:r>
                      <a:endParaRPr lang="en-US" sz="17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1325" marR="41325" marT="27550" marB="275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effectLst/>
                        </a:rPr>
                        <a:t>Day-Ahead (DA)</a:t>
                      </a:r>
                      <a:endParaRPr lang="en-US" sz="17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1325" marR="41325" marT="27550" marB="275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effectLst/>
                        </a:rPr>
                        <a:t>Hour-Ahead (HA)</a:t>
                      </a:r>
                      <a:endParaRPr lang="en-US" sz="17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1325" marR="41325" marT="27550" marB="275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effectLst/>
                        </a:rPr>
                        <a:t>Real-Time (RT)</a:t>
                      </a:r>
                      <a:endParaRPr lang="en-US" sz="17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1325" marR="41325" marT="27550" marB="275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596251"/>
                  </a:ext>
                </a:extLst>
              </a:tr>
              <a:tr h="6978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effectLst/>
                        </a:rPr>
                        <a:t>Forecast Horizon</a:t>
                      </a:r>
                      <a:endParaRPr lang="en-US" sz="1700" dirty="0">
                        <a:effectLst/>
                      </a:endParaRPr>
                    </a:p>
                  </a:txBody>
                  <a:tcPr marL="41325" marR="41325" marT="27550" marB="275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24 hours ahead</a:t>
                      </a:r>
                    </a:p>
                  </a:txBody>
                  <a:tcPr marL="41325" marR="41325" marT="27550" marB="275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effectLst/>
                        </a:rPr>
                        <a:t>12 intervals (1 hour)</a:t>
                      </a:r>
                    </a:p>
                  </a:txBody>
                  <a:tcPr marL="41325" marR="41325" marT="27550" marB="275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effectLst/>
                        </a:rPr>
                        <a:t>5-15 minutes</a:t>
                      </a:r>
                    </a:p>
                  </a:txBody>
                  <a:tcPr marL="41325" marR="41325" marT="27550" marB="275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36566618"/>
                  </a:ext>
                </a:extLst>
              </a:tr>
              <a:tr h="6978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effectLst/>
                        </a:rPr>
                        <a:t>Update Frequency</a:t>
                      </a:r>
                      <a:endParaRPr lang="en-US" sz="1700" dirty="0">
                        <a:effectLst/>
                      </a:endParaRPr>
                    </a:p>
                  </a:txBody>
                  <a:tcPr marL="41325" marR="41325" marT="27550" marB="275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Once daily (midnight)</a:t>
                      </a:r>
                    </a:p>
                  </a:txBody>
                  <a:tcPr marL="41325" marR="41325" marT="27550" marB="275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Every hour</a:t>
                      </a:r>
                    </a:p>
                  </a:txBody>
                  <a:tcPr marL="41325" marR="41325" marT="27550" marB="275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Every 5 minutes</a:t>
                      </a:r>
                    </a:p>
                  </a:txBody>
                  <a:tcPr marL="41325" marR="41325" marT="27550" marB="275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4353202"/>
                  </a:ext>
                </a:extLst>
              </a:tr>
              <a:tr h="3824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effectLst/>
                        </a:rPr>
                        <a:t>Resolution</a:t>
                      </a:r>
                      <a:endParaRPr lang="en-US" sz="1700" dirty="0">
                        <a:effectLst/>
                      </a:endParaRPr>
                    </a:p>
                  </a:txBody>
                  <a:tcPr marL="41325" marR="41325" marT="27550" marB="275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1 hour</a:t>
                      </a:r>
                    </a:p>
                  </a:txBody>
                  <a:tcPr marL="41325" marR="41325" marT="27550" marB="275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5 minutes</a:t>
                      </a:r>
                    </a:p>
                  </a:txBody>
                  <a:tcPr marL="41325" marR="41325" marT="27550" marB="275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5 minutes</a:t>
                      </a:r>
                    </a:p>
                  </a:txBody>
                  <a:tcPr marL="41325" marR="41325" marT="27550" marB="275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00485542"/>
                  </a:ext>
                </a:extLst>
              </a:tr>
              <a:tr h="13243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effectLst/>
                        </a:rPr>
                        <a:t>Purpose</a:t>
                      </a:r>
                      <a:endParaRPr lang="en-US" sz="1700" dirty="0">
                        <a:effectLst/>
                      </a:endParaRPr>
                    </a:p>
                  </a:txBody>
                  <a:tcPr marL="41325" marR="41325" marT="27550" marB="275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effectLst/>
                        </a:rPr>
                        <a:t>Unit commitment, market clearing</a:t>
                      </a:r>
                    </a:p>
                  </a:txBody>
                  <a:tcPr marL="41325" marR="41325" marT="27550" marB="275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Short-term dispatch adjustments</a:t>
                      </a:r>
                    </a:p>
                  </a:txBody>
                  <a:tcPr marL="41325" marR="41325" marT="27550" marB="275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effectLst/>
                        </a:rPr>
                        <a:t>Real-time economic dispatch</a:t>
                      </a:r>
                    </a:p>
                  </a:txBody>
                  <a:tcPr marL="41325" marR="41325" marT="27550" marB="275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31466902"/>
                  </a:ext>
                </a:extLst>
              </a:tr>
              <a:tr h="6949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effectLst/>
                        </a:rPr>
                        <a:t>Uncertainty</a:t>
                      </a:r>
                      <a:endParaRPr lang="en-US" sz="1700" dirty="0">
                        <a:effectLst/>
                      </a:endParaRPr>
                    </a:p>
                  </a:txBody>
                  <a:tcPr marL="41325" marR="41325" marT="27550" marB="275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Highest</a:t>
                      </a:r>
                    </a:p>
                  </a:txBody>
                  <a:tcPr marL="41325" marR="41325" marT="27550" marB="275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Medium</a:t>
                      </a:r>
                    </a:p>
                  </a:txBody>
                  <a:tcPr marL="41325" marR="41325" marT="27550" marB="275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Lowest</a:t>
                      </a:r>
                    </a:p>
                  </a:txBody>
                  <a:tcPr marL="41325" marR="41325" marT="27550" marB="275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771948909"/>
                  </a:ext>
                </a:extLst>
              </a:tr>
              <a:tr h="6978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effectLst/>
                        </a:rPr>
                        <a:t>Planning Window</a:t>
                      </a:r>
                      <a:endParaRPr lang="en-US" sz="1700" dirty="0">
                        <a:effectLst/>
                      </a:endParaRPr>
                    </a:p>
                  </a:txBody>
                  <a:tcPr marL="41325" marR="41325" marT="27550" marB="275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effectLst/>
                        </a:rPr>
                        <a:t>Day-ahead operations</a:t>
                      </a:r>
                    </a:p>
                  </a:txBody>
                  <a:tcPr marL="41325" marR="41325" marT="27550" marB="275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Intra-hour scheduling</a:t>
                      </a:r>
                    </a:p>
                  </a:txBody>
                  <a:tcPr marL="41325" marR="41325" marT="27550" marB="275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effectLst/>
                        </a:rPr>
                        <a:t>Immediate balancing</a:t>
                      </a:r>
                    </a:p>
                  </a:txBody>
                  <a:tcPr marL="41325" marR="41325" marT="27550" marB="275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43095200"/>
                  </a:ext>
                </a:extLst>
              </a:tr>
              <a:tr h="6978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effectLst/>
                        </a:rPr>
                        <a:t>Data Shape</a:t>
                      </a:r>
                    </a:p>
                  </a:txBody>
                  <a:tcPr marL="41325" marR="41325" marT="27550" marB="275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effectLst/>
                        </a:rPr>
                        <a:t>3D (365Days, 36h, 99 percentiles)</a:t>
                      </a:r>
                    </a:p>
                  </a:txBody>
                  <a:tcPr marL="41325" marR="41325" marT="27550" marB="275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effectLst/>
                        </a:rPr>
                        <a:t>2D(105120 5-min, 24 values)</a:t>
                      </a:r>
                    </a:p>
                  </a:txBody>
                  <a:tcPr marL="41325" marR="41325" marT="27550" marB="2755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>
                          <a:effectLst/>
                        </a:rPr>
                        <a:t>2D(8760h, 24 values)</a:t>
                      </a:r>
                    </a:p>
                  </a:txBody>
                  <a:tcPr marL="41325" marR="41325" marT="27550" marB="275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7855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5654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BEF3C-11DF-AC56-7F10-BC6B26882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3225C0D-67E7-4E26-6648-2AF3024E4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535" y="272086"/>
            <a:ext cx="9792929" cy="878454"/>
          </a:xfrm>
        </p:spPr>
        <p:txBody>
          <a:bodyPr/>
          <a:lstStyle/>
          <a:p>
            <a:r>
              <a:rPr lang="en-US" sz="3600" dirty="0"/>
              <a:t>Generation Statistics (19 May) – Percentile 1% (conservative/</a:t>
            </a:r>
            <a:r>
              <a:rPr lang="en-US" sz="3600" dirty="0" err="1"/>
              <a:t>pesimistic</a:t>
            </a:r>
            <a:r>
              <a:rPr lang="en-US" sz="3600" dirty="0"/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677436-A0ED-FA30-791D-419DBE16946A}"/>
              </a:ext>
            </a:extLst>
          </p:cNvPr>
          <p:cNvSpPr txBox="1"/>
          <p:nvPr/>
        </p:nvSpPr>
        <p:spPr>
          <a:xfrm>
            <a:off x="1199535" y="4914195"/>
            <a:ext cx="5509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Renewable (total and each type too) generation and Load profile on a typical day in the same plot.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569DBE-8EB7-FAFF-72F0-9C626D193E17}"/>
              </a:ext>
            </a:extLst>
          </p:cNvPr>
          <p:cNvSpPr txBox="1"/>
          <p:nvPr/>
        </p:nvSpPr>
        <p:spPr>
          <a:xfrm>
            <a:off x="1017270" y="4036645"/>
            <a:ext cx="5509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the difference and plot the generation profile that would be required from the thermal source.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7C132F-A1CF-9F82-A134-430982402789}"/>
              </a:ext>
            </a:extLst>
          </p:cNvPr>
          <p:cNvSpPr txBox="1"/>
          <p:nvPr/>
        </p:nvSpPr>
        <p:spPr>
          <a:xfrm>
            <a:off x="800100" y="1574473"/>
            <a:ext cx="930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order to modify the percentile, modify this line: </a:t>
            </a:r>
            <a:r>
              <a:rPr lang="en-US" dirty="0" err="1"/>
              <a:t>power_output</a:t>
            </a:r>
            <a:r>
              <a:rPr lang="en-US" dirty="0"/>
              <a:t>[:, :, 1] in </a:t>
            </a:r>
            <a:r>
              <a:rPr lang="en-US" dirty="0" err="1"/>
              <a:t>make_day_ahead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18241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F13D2-4F17-0CDF-3EBC-966D42D33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648C78-4319-97EA-437C-AF0B422CA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535" y="272086"/>
            <a:ext cx="9792929" cy="878454"/>
          </a:xfrm>
        </p:spPr>
        <p:txBody>
          <a:bodyPr/>
          <a:lstStyle/>
          <a:p>
            <a:r>
              <a:rPr lang="en-US" sz="3600" dirty="0"/>
              <a:t>Generation Statistics (19 May) – Percentile 50% (realistic)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01BE4A5-F454-E13F-99DE-10285851FFEA}"/>
              </a:ext>
            </a:extLst>
          </p:cNvPr>
          <p:cNvSpPr txBox="1">
            <a:spLocks/>
          </p:cNvSpPr>
          <p:nvPr/>
        </p:nvSpPr>
        <p:spPr>
          <a:xfrm>
            <a:off x="479063" y="1318846"/>
            <a:ext cx="11588889" cy="179363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EBC72A-3425-5650-28A7-75523B101E5E}"/>
              </a:ext>
            </a:extLst>
          </p:cNvPr>
          <p:cNvSpPr txBox="1"/>
          <p:nvPr/>
        </p:nvSpPr>
        <p:spPr>
          <a:xfrm>
            <a:off x="902970" y="1771650"/>
            <a:ext cx="5509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Renewable (total and each type too) generation and Load profile on a typical day in the same plot.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F13753-4C22-1C11-CE38-6FDE668E1C36}"/>
              </a:ext>
            </a:extLst>
          </p:cNvPr>
          <p:cNvSpPr txBox="1"/>
          <p:nvPr/>
        </p:nvSpPr>
        <p:spPr>
          <a:xfrm>
            <a:off x="902970" y="2870785"/>
            <a:ext cx="5509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the difference and plot the generation profile that would be required from the thermal source. </a:t>
            </a:r>
          </a:p>
        </p:txBody>
      </p:sp>
    </p:spTree>
    <p:extLst>
      <p:ext uri="{BB962C8B-B14F-4D97-AF65-F5344CB8AC3E}">
        <p14:creationId xmlns:p14="http://schemas.microsoft.com/office/powerpoint/2010/main" val="388008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CA747-2FAC-549F-D9A4-9573CC9FC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EDB742-50F3-2AA0-FB5C-971185E82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535" y="272086"/>
            <a:ext cx="9792929" cy="878454"/>
          </a:xfrm>
        </p:spPr>
        <p:txBody>
          <a:bodyPr/>
          <a:lstStyle/>
          <a:p>
            <a:r>
              <a:rPr lang="en-US" sz="3600" dirty="0"/>
              <a:t>Generation Statistics (19 May) 90% percentile (optimistic)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07F0A3C-C5AF-08EF-48EC-C272A0522B79}"/>
              </a:ext>
            </a:extLst>
          </p:cNvPr>
          <p:cNvSpPr txBox="1">
            <a:spLocks/>
          </p:cNvSpPr>
          <p:nvPr/>
        </p:nvSpPr>
        <p:spPr>
          <a:xfrm>
            <a:off x="479063" y="1318846"/>
            <a:ext cx="11588889" cy="179363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69A044-9A33-2C4E-A162-45DFC8206C20}"/>
              </a:ext>
            </a:extLst>
          </p:cNvPr>
          <p:cNvSpPr txBox="1"/>
          <p:nvPr/>
        </p:nvSpPr>
        <p:spPr>
          <a:xfrm>
            <a:off x="902970" y="1771650"/>
            <a:ext cx="5509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Renewable (total and each type too) generation and Load profile on a typical day in the same plot.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9296F0-4992-176E-76C4-AB063E5E4129}"/>
              </a:ext>
            </a:extLst>
          </p:cNvPr>
          <p:cNvSpPr txBox="1"/>
          <p:nvPr/>
        </p:nvSpPr>
        <p:spPr>
          <a:xfrm>
            <a:off x="902970" y="2870785"/>
            <a:ext cx="5509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the difference and plot the generation profile that would be required from the thermal source. </a:t>
            </a:r>
          </a:p>
        </p:txBody>
      </p:sp>
    </p:spTree>
    <p:extLst>
      <p:ext uri="{BB962C8B-B14F-4D97-AF65-F5344CB8AC3E}">
        <p14:creationId xmlns:p14="http://schemas.microsoft.com/office/powerpoint/2010/main" val="1423805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003D3-3C09-C968-35C7-6678A26BF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9412B3-1579-3E8D-630E-C7ABA3959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535" y="272086"/>
            <a:ext cx="9792929" cy="878454"/>
          </a:xfrm>
        </p:spPr>
        <p:txBody>
          <a:bodyPr/>
          <a:lstStyle/>
          <a:p>
            <a:r>
              <a:rPr lang="en-US" sz="3600" dirty="0"/>
              <a:t>Generation Statistics (Total)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E28E166-0E2E-CB0C-0321-F226CBA40103}"/>
              </a:ext>
            </a:extLst>
          </p:cNvPr>
          <p:cNvSpPr txBox="1">
            <a:spLocks/>
          </p:cNvSpPr>
          <p:nvPr/>
        </p:nvSpPr>
        <p:spPr>
          <a:xfrm>
            <a:off x="479063" y="1318846"/>
            <a:ext cx="11588889" cy="179363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A50307-CF09-47DA-FC93-724DCF37A0A0}"/>
              </a:ext>
            </a:extLst>
          </p:cNvPr>
          <p:cNvSpPr txBox="1"/>
          <p:nvPr/>
        </p:nvSpPr>
        <p:spPr>
          <a:xfrm>
            <a:off x="902970" y="1771650"/>
            <a:ext cx="5509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Renewable generation over the timeseries span. Total and also per generation type (wind/solar/hydro).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008CDE-1CCA-70D2-7D78-B4ADB17E7C3D}"/>
              </a:ext>
            </a:extLst>
          </p:cNvPr>
          <p:cNvSpPr txBox="1"/>
          <p:nvPr/>
        </p:nvSpPr>
        <p:spPr>
          <a:xfrm>
            <a:off x="986790" y="2743145"/>
            <a:ext cx="5509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 over the timeseries span.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194B28-5503-0EDD-434E-4D543BB6D027}"/>
              </a:ext>
            </a:extLst>
          </p:cNvPr>
          <p:cNvSpPr txBox="1"/>
          <p:nvPr/>
        </p:nvSpPr>
        <p:spPr>
          <a:xfrm>
            <a:off x="986790" y="3855665"/>
            <a:ext cx="5509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Required reserves over the timeseries span. </a:t>
            </a:r>
          </a:p>
        </p:txBody>
      </p:sp>
    </p:spTree>
    <p:extLst>
      <p:ext uri="{BB962C8B-B14F-4D97-AF65-F5344CB8AC3E}">
        <p14:creationId xmlns:p14="http://schemas.microsoft.com/office/powerpoint/2010/main" val="3321612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19496E15-F616-1D75-9B0F-F90086E2D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2FDF82-788C-A638-E4D4-F98F782BAC50}"/>
              </a:ext>
            </a:extLst>
          </p:cNvPr>
          <p:cNvSpPr txBox="1"/>
          <p:nvPr/>
        </p:nvSpPr>
        <p:spPr>
          <a:xfrm>
            <a:off x="7104406" y="2490987"/>
            <a:ext cx="4345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pbotin@nrel.gov,  </a:t>
            </a:r>
            <a:r>
              <a:rPr lang="en-US" sz="1400" dirty="0" err="1">
                <a:solidFill>
                  <a:schemeClr val="bg1"/>
                </a:solidFill>
              </a:rPr>
              <a:t>ashok</a:t>
            </a:r>
            <a:r>
              <a:rPr lang="en-US" sz="1400" dirty="0">
                <a:solidFill>
                  <a:schemeClr val="bg1"/>
                </a:solidFill>
              </a:rPr>
              <a:t> email, jeff email </a:t>
            </a:r>
          </a:p>
        </p:txBody>
      </p:sp>
    </p:spTree>
    <p:extLst>
      <p:ext uri="{BB962C8B-B14F-4D97-AF65-F5344CB8AC3E}">
        <p14:creationId xmlns:p14="http://schemas.microsoft.com/office/powerpoint/2010/main" val="1867842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Custom 2">
      <a:dk1>
        <a:srgbClr val="000000"/>
      </a:dk1>
      <a:lt1>
        <a:srgbClr val="FFFFFF"/>
      </a:lt1>
      <a:dk2>
        <a:srgbClr val="FFC42E"/>
      </a:dk2>
      <a:lt2>
        <a:srgbClr val="9ECE41"/>
      </a:lt2>
      <a:accent1>
        <a:srgbClr val="0075BB"/>
      </a:accent1>
      <a:accent2>
        <a:srgbClr val="00A6DF"/>
      </a:accent2>
      <a:accent3>
        <a:srgbClr val="EE9520"/>
      </a:accent3>
      <a:accent4>
        <a:srgbClr val="7DA544"/>
      </a:accent4>
      <a:accent5>
        <a:srgbClr val="D1D5D8"/>
      </a:accent5>
      <a:accent6>
        <a:srgbClr val="003866"/>
      </a:accent6>
      <a:hlink>
        <a:srgbClr val="0076BA"/>
      </a:hlink>
      <a:folHlink>
        <a:srgbClr val="00A3E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EEEEE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REL-PPT-Template-16x9-2025-v2.potx" id="{20B31A96-E05B-4C88-8013-CE94EE6CBE1C}" vid="{13BC6535-83C9-4DE4-9C6A-6948A41B382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9061A81F481B449AB6AAEC744A1116" ma:contentTypeVersion="4" ma:contentTypeDescription="Create a new document." ma:contentTypeScope="" ma:versionID="63a06e7c59a3f0481eef09d0a5bfd81f">
  <xsd:schema xmlns:xsd="http://www.w3.org/2001/XMLSchema" xmlns:xs="http://www.w3.org/2001/XMLSchema" xmlns:p="http://schemas.microsoft.com/office/2006/metadata/properties" xmlns:ns2="4752079b-d2cd-4562-9c4f-021c17ec4554" targetNamespace="http://schemas.microsoft.com/office/2006/metadata/properties" ma:root="true" ma:fieldsID="33c0226cfd525b4a673522c7fb742bf6" ns2:_="">
    <xsd:import namespace="4752079b-d2cd-4562-9c4f-021c17ec45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52079b-d2cd-4562-9c4f-021c17ec45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0A1573-AA41-40A7-8EF8-750BC043666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C11FE8-36AE-4E37-8DA6-D848E6787280}">
  <ds:schemaRefs>
    <ds:schemaRef ds:uri="http://schemas.openxmlformats.org/package/2006/metadata/core-properties"/>
    <ds:schemaRef ds:uri="http://purl.org/dc/terms/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4752079b-d2cd-4562-9c4f-021c17ec4554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27F75E41-18F9-4986-A65F-255350AD07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52079b-d2cd-4562-9c4f-021c17ec45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95965d95-ecc0-4720-b759-1f33c42ed7da}" enabled="1" method="Standard" siteId="{a0f29d7e-28cd-4f54-8442-7885aee7c08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20967</TotalTime>
  <Words>1091</Words>
  <Application>Microsoft Macintosh PowerPoint</Application>
  <PresentationFormat>Widescreen</PresentationFormat>
  <Paragraphs>107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Aptos Display</vt:lpstr>
      <vt:lpstr>Aptos Narrow</vt:lpstr>
      <vt:lpstr>Arial</vt:lpstr>
      <vt:lpstr>Calibri</vt:lpstr>
      <vt:lpstr>System Font Regular</vt:lpstr>
      <vt:lpstr>Wingdings</vt:lpstr>
      <vt:lpstr>Office Theme</vt:lpstr>
      <vt:lpstr>1_Office Theme</vt:lpstr>
      <vt:lpstr>PowerPoint Presentation</vt:lpstr>
      <vt:lpstr>Understanding the Model</vt:lpstr>
      <vt:lpstr>Output files that are interesting for analysis. </vt:lpstr>
      <vt:lpstr>Characterization of the System</vt:lpstr>
      <vt:lpstr>Capacity Statistics</vt:lpstr>
      <vt:lpstr>Time Series – Data Files</vt:lpstr>
      <vt:lpstr>Generation Statistics (19 May) – Percentile 1% (conservative/pesimistic)</vt:lpstr>
      <vt:lpstr>Generation Statistics (19 May) – Percentile 50% (realistic)</vt:lpstr>
      <vt:lpstr>Generation Statistics (19 May) 90% percentile (optimistic)</vt:lpstr>
      <vt:lpstr>Generation Statistics (Total)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Botin, Pablo</dc:creator>
  <cp:lastModifiedBy>Botin, Pablo</cp:lastModifiedBy>
  <cp:revision>453</cp:revision>
  <cp:lastPrinted>2025-06-26T01:18:43Z</cp:lastPrinted>
  <dcterms:created xsi:type="dcterms:W3CDTF">2025-05-31T22:54:17Z</dcterms:created>
  <dcterms:modified xsi:type="dcterms:W3CDTF">2025-10-17T19:55:34Z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0x010100039061A81F481B449AB6AAEC744A1116</vt:lpwstr>
  </property>
</Properties>
</file>